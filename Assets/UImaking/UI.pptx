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5" r:id="rId3"/>
    <p:sldId id="277" r:id="rId4"/>
    <p:sldId id="276" r:id="rId5"/>
    <p:sldId id="278" r:id="rId6"/>
    <p:sldId id="279" r:id="rId7"/>
    <p:sldId id="281" r:id="rId8"/>
    <p:sldId id="280" r:id="rId9"/>
    <p:sldId id="257" r:id="rId10"/>
    <p:sldId id="272" r:id="rId11"/>
    <p:sldId id="274" r:id="rId12"/>
    <p:sldId id="27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6C6F8"/>
    <a:srgbClr val="4472C4"/>
    <a:srgbClr val="FFFFFF"/>
    <a:srgbClr val="ACACAC"/>
    <a:srgbClr val="CCCCCC"/>
    <a:srgbClr val="7D7D7D"/>
    <a:srgbClr val="000000"/>
    <a:srgbClr val="232323"/>
    <a:srgbClr val="8B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9" autoAdjust="0"/>
    <p:restoredTop sz="94694"/>
  </p:normalViewPr>
  <p:slideViewPr>
    <p:cSldViewPr snapToGrid="0">
      <p:cViewPr>
        <p:scale>
          <a:sx n="75" d="100"/>
          <a:sy n="75" d="100"/>
        </p:scale>
        <p:origin x="121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36DE0A-2ACC-6C4F-A7F6-51D34038E2C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357B6-B55D-EB43-9732-F528AA5ADA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3188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357B6-B55D-EB43-9732-F528AA5ADA3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090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EFA8-D3CA-AB97-5914-C7CDCCA53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3645A-E862-CAC5-2FAC-CB0FAF00A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60D7B-F1CA-984B-E5E0-0D8238DB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A31B5-AB41-1421-0AC4-16E081A4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27971-3A0E-DD7B-96E2-CFFA9889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46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8E696-A9D4-312B-075B-E9718C00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3822-B430-A053-4AEE-FC5FB34F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2BB98-4A09-D252-9E1D-05FF6F3C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B2B8-A648-1D1C-CCF9-E852FB9C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A5B69-A176-C57F-31B6-A763FB3D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063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94BF-3075-C0DA-4BA7-F2DD5E64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D48D2-31FA-FE4B-C532-FDBBA38D1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52EC-0C16-830D-910B-90452596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ACCBA-D638-8620-1C76-DD1B54D8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EC73D-3B5F-493C-B2DB-277DC59C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00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117C-736E-3AB6-9E95-0E5F49D8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27E99-AF67-3E23-36DA-D5FF19DB1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F0073-84D1-75D7-36B2-9DF7A78AF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E4110-FB67-F886-6750-D6521A006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996A9-3617-7CEC-AB3A-25FA7E5C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16918-2D26-6FF7-FAB3-764716A6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430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9956-4728-0D24-E2CD-2E2FC9EF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10E0E-2EB4-5A49-57B5-7BDDB4743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B9DE6-58EE-4ADB-CD23-27650AF52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5D170-3152-AAEF-1C37-0A9B213F2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BF9BC9-063A-791F-4E3F-25ACFB150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FF200-37FE-0D0B-E5DD-C49F1C01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8BD21-D1E4-68DE-0861-28EB2D1D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AE2B4B-1CC2-9280-BD0A-5E5DBF27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58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3D2C-EC4D-917F-E679-815C8542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71F66-8AF6-063D-1F9D-93FA26AE6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93593-1762-B545-AA8E-03412437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13470-AAAC-32CC-7DB3-449C4FC0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365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41C0C-D59E-A272-0D35-832D8A29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9E00E-9928-A1A7-0D1D-E5B26874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001A3-0222-9F5F-8669-FF7E76D1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D4B3-6E24-DFFE-A198-2D4AF8E2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E624D-1F9D-C85F-A7DF-3AB39B8E2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01584-6193-3F5E-3244-3473E82C7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3F151-E1B3-F6C3-BC1D-40F8FD87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8882B-4FCB-B61E-ECDE-4AA33D2B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83627-7A35-DE73-C4A4-36EB525F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880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0959-380B-E889-89A3-3A7BF7D1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288479-8B6B-BDAF-CC72-387BBB2A5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AD461-A9A4-E195-8D25-4F5809A9E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825FA-B878-7C27-BCD3-A3BDD6C1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5BEF9-177E-8CCD-DE01-F39A8737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71E34-C221-66BC-8613-A2A25E9D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90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6152-0AD0-C739-AC43-144A1B22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2614B-EC88-FEF4-0039-23035B912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BC7BC-9C02-E1CC-F0D0-D2DAE3B4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1E68F-D609-F400-40B0-680721DC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723CE-7DCF-56AA-8F1B-6799CB92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35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0D5D3-C232-BE92-DEC4-701BDD318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407C4-C1F0-3974-A213-E576BA3DD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C320C-6D50-F81A-219C-248821956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0D025-FE4A-F197-59B7-287C41CD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1BEF-D8AE-1AA0-C41F-4D7D5E5C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32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588AFC-BFB6-2BA9-F895-79841D34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A0009-BEF2-FC3D-9A44-C158EF52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D7A0-7E5C-A9CC-41A7-645BDB4B1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ABA05-1F47-44B2-B235-C9F2E68060A4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2C93E-8947-533E-AC82-A2E763223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B6A9C-E9AC-151A-53F7-CE2DC16ED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F821B-BD61-4559-B9ED-C7AB40B439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71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tiff"/><Relationship Id="rId4" Type="http://schemas.openxmlformats.org/officeDocument/2006/relationships/image" Target="../media/image9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image" Target="../media/image24.png"/><Relationship Id="rId16" Type="http://schemas.microsoft.com/office/2007/relationships/hdphoto" Target="../media/hdphoto2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20.png"/><Relationship Id="rId10" Type="http://schemas.openxmlformats.org/officeDocument/2006/relationships/image" Target="../media/image31.jpeg"/><Relationship Id="rId4" Type="http://schemas.openxmlformats.org/officeDocument/2006/relationships/image" Target="../media/image26.png"/><Relationship Id="rId9" Type="http://schemas.openxmlformats.org/officeDocument/2006/relationships/image" Target="../media/image3.png"/><Relationship Id="rId1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8E520307-BF05-515E-4DB5-272302AC4F12}"/>
              </a:ext>
            </a:extLst>
          </p:cNvPr>
          <p:cNvSpPr/>
          <p:nvPr/>
        </p:nvSpPr>
        <p:spPr>
          <a:xfrm>
            <a:off x="2020349" y="1607830"/>
            <a:ext cx="6996418" cy="1174459"/>
          </a:xfrm>
          <a:custGeom>
            <a:avLst/>
            <a:gdLst>
              <a:gd name="connsiteX0" fmla="*/ 0 w 4563611"/>
              <a:gd name="connsiteY0" fmla="*/ 0 h 1191237"/>
              <a:gd name="connsiteX1" fmla="*/ 4563611 w 4563611"/>
              <a:gd name="connsiteY1" fmla="*/ 0 h 1191237"/>
              <a:gd name="connsiteX2" fmla="*/ 4563611 w 4563611"/>
              <a:gd name="connsiteY2" fmla="*/ 1191237 h 1191237"/>
              <a:gd name="connsiteX3" fmla="*/ 0 w 4563611"/>
              <a:gd name="connsiteY3" fmla="*/ 1191237 h 1191237"/>
              <a:gd name="connsiteX4" fmla="*/ 0 w 4563611"/>
              <a:gd name="connsiteY4" fmla="*/ 0 h 1191237"/>
              <a:gd name="connsiteX0" fmla="*/ 0 w 4563611"/>
              <a:gd name="connsiteY0" fmla="*/ 0 h 1191237"/>
              <a:gd name="connsiteX1" fmla="*/ 4563611 w 4563611"/>
              <a:gd name="connsiteY1" fmla="*/ 0 h 1191237"/>
              <a:gd name="connsiteX2" fmla="*/ 4563611 w 4563611"/>
              <a:gd name="connsiteY2" fmla="*/ 1191237 h 1191237"/>
              <a:gd name="connsiteX3" fmla="*/ 1971413 w 4563611"/>
              <a:gd name="connsiteY3" fmla="*/ 1174459 h 1191237"/>
              <a:gd name="connsiteX4" fmla="*/ 0 w 4563611"/>
              <a:gd name="connsiteY4" fmla="*/ 0 h 1191237"/>
              <a:gd name="connsiteX0" fmla="*/ 0 w 6996418"/>
              <a:gd name="connsiteY0" fmla="*/ 0 h 1174459"/>
              <a:gd name="connsiteX1" fmla="*/ 4563611 w 6996418"/>
              <a:gd name="connsiteY1" fmla="*/ 0 h 1174459"/>
              <a:gd name="connsiteX2" fmla="*/ 6996418 w 6996418"/>
              <a:gd name="connsiteY2" fmla="*/ 1166070 h 1174459"/>
              <a:gd name="connsiteX3" fmla="*/ 1971413 w 6996418"/>
              <a:gd name="connsiteY3" fmla="*/ 1174459 h 1174459"/>
              <a:gd name="connsiteX4" fmla="*/ 0 w 6996418"/>
              <a:gd name="connsiteY4" fmla="*/ 0 h 117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96418" h="1174459">
                <a:moveTo>
                  <a:pt x="0" y="0"/>
                </a:moveTo>
                <a:lnTo>
                  <a:pt x="4563611" y="0"/>
                </a:lnTo>
                <a:lnTo>
                  <a:pt x="6996418" y="1166070"/>
                </a:lnTo>
                <a:lnTo>
                  <a:pt x="1971413" y="117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PC</a:t>
            </a:r>
            <a:r>
              <a:rPr kumimoji="1" lang="ja-JP" altLang="en-US" dirty="0"/>
              <a:t>ウインドウ</a:t>
            </a:r>
            <a:r>
              <a:rPr kumimoji="1" lang="en-US" altLang="ja-JP" dirty="0"/>
              <a:t>(</a:t>
            </a:r>
            <a:r>
              <a:rPr kumimoji="1" lang="ja-JP" altLang="en-US" dirty="0"/>
              <a:t>下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CAD5D-9026-E15E-F0EB-B96CCF266CB3}"/>
              </a:ext>
            </a:extLst>
          </p:cNvPr>
          <p:cNvSpPr/>
          <p:nvPr/>
        </p:nvSpPr>
        <p:spPr>
          <a:xfrm>
            <a:off x="2020349" y="1289048"/>
            <a:ext cx="4565009" cy="318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タイトルバー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E750A5C-B628-7348-5AEE-997C457119C4}"/>
              </a:ext>
            </a:extLst>
          </p:cNvPr>
          <p:cNvSpPr/>
          <p:nvPr/>
        </p:nvSpPr>
        <p:spPr>
          <a:xfrm>
            <a:off x="1468073" y="1012210"/>
            <a:ext cx="5620624" cy="276837"/>
          </a:xfrm>
          <a:custGeom>
            <a:avLst/>
            <a:gdLst>
              <a:gd name="connsiteX0" fmla="*/ 0 w 4563611"/>
              <a:gd name="connsiteY0" fmla="*/ 0 h 1191237"/>
              <a:gd name="connsiteX1" fmla="*/ 4563611 w 4563611"/>
              <a:gd name="connsiteY1" fmla="*/ 0 h 1191237"/>
              <a:gd name="connsiteX2" fmla="*/ 4563611 w 4563611"/>
              <a:gd name="connsiteY2" fmla="*/ 1191237 h 1191237"/>
              <a:gd name="connsiteX3" fmla="*/ 0 w 4563611"/>
              <a:gd name="connsiteY3" fmla="*/ 1191237 h 1191237"/>
              <a:gd name="connsiteX4" fmla="*/ 0 w 4563611"/>
              <a:gd name="connsiteY4" fmla="*/ 0 h 1191237"/>
              <a:gd name="connsiteX0" fmla="*/ 0 w 4563611"/>
              <a:gd name="connsiteY0" fmla="*/ 0 h 1191237"/>
              <a:gd name="connsiteX1" fmla="*/ 4563611 w 4563611"/>
              <a:gd name="connsiteY1" fmla="*/ 0 h 1191237"/>
              <a:gd name="connsiteX2" fmla="*/ 4563611 w 4563611"/>
              <a:gd name="connsiteY2" fmla="*/ 1191237 h 1191237"/>
              <a:gd name="connsiteX3" fmla="*/ 1971413 w 4563611"/>
              <a:gd name="connsiteY3" fmla="*/ 1174459 h 1191237"/>
              <a:gd name="connsiteX4" fmla="*/ 0 w 4563611"/>
              <a:gd name="connsiteY4" fmla="*/ 0 h 1191237"/>
              <a:gd name="connsiteX0" fmla="*/ 0 w 6996418"/>
              <a:gd name="connsiteY0" fmla="*/ 0 h 1174459"/>
              <a:gd name="connsiteX1" fmla="*/ 4563611 w 6996418"/>
              <a:gd name="connsiteY1" fmla="*/ 0 h 1174459"/>
              <a:gd name="connsiteX2" fmla="*/ 6996418 w 6996418"/>
              <a:gd name="connsiteY2" fmla="*/ 1166070 h 1174459"/>
              <a:gd name="connsiteX3" fmla="*/ 1971413 w 6996418"/>
              <a:gd name="connsiteY3" fmla="*/ 1174459 h 1174459"/>
              <a:gd name="connsiteX4" fmla="*/ 0 w 6996418"/>
              <a:gd name="connsiteY4" fmla="*/ 0 h 1174459"/>
              <a:gd name="connsiteX0" fmla="*/ 0 w 5620624"/>
              <a:gd name="connsiteY0" fmla="*/ 39149 h 1174459"/>
              <a:gd name="connsiteX1" fmla="*/ 3187817 w 5620624"/>
              <a:gd name="connsiteY1" fmla="*/ 0 h 1174459"/>
              <a:gd name="connsiteX2" fmla="*/ 5620624 w 5620624"/>
              <a:gd name="connsiteY2" fmla="*/ 1166070 h 1174459"/>
              <a:gd name="connsiteX3" fmla="*/ 595619 w 5620624"/>
              <a:gd name="connsiteY3" fmla="*/ 1174459 h 1174459"/>
              <a:gd name="connsiteX4" fmla="*/ 0 w 5620624"/>
              <a:gd name="connsiteY4" fmla="*/ 39149 h 1174459"/>
              <a:gd name="connsiteX0" fmla="*/ 0 w 5620624"/>
              <a:gd name="connsiteY0" fmla="*/ 156595 h 1291905"/>
              <a:gd name="connsiteX1" fmla="*/ 4387443 w 5620624"/>
              <a:gd name="connsiteY1" fmla="*/ 0 h 1291905"/>
              <a:gd name="connsiteX2" fmla="*/ 5620624 w 5620624"/>
              <a:gd name="connsiteY2" fmla="*/ 1283516 h 1291905"/>
              <a:gd name="connsiteX3" fmla="*/ 595619 w 5620624"/>
              <a:gd name="connsiteY3" fmla="*/ 1291905 h 1291905"/>
              <a:gd name="connsiteX4" fmla="*/ 0 w 5620624"/>
              <a:gd name="connsiteY4" fmla="*/ 156595 h 129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624" h="1291905">
                <a:moveTo>
                  <a:pt x="0" y="156595"/>
                </a:moveTo>
                <a:lnTo>
                  <a:pt x="4387443" y="0"/>
                </a:lnTo>
                <a:lnTo>
                  <a:pt x="5620624" y="1283516"/>
                </a:lnTo>
                <a:lnTo>
                  <a:pt x="595619" y="1291905"/>
                </a:lnTo>
                <a:lnTo>
                  <a:pt x="0" y="15659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PC</a:t>
            </a:r>
            <a:r>
              <a:rPr kumimoji="1" lang="ja-JP" altLang="en-US" dirty="0"/>
              <a:t>ウインドウ</a:t>
            </a:r>
            <a:r>
              <a:rPr kumimoji="1" lang="en-US" altLang="ja-JP" dirty="0"/>
              <a:t>(</a:t>
            </a:r>
            <a:r>
              <a:rPr kumimoji="1" lang="ja-JP" altLang="en-US" dirty="0"/>
              <a:t>下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D066A8-69AC-77A7-7EC8-51CE56C31149}"/>
              </a:ext>
            </a:extLst>
          </p:cNvPr>
          <p:cNvSpPr/>
          <p:nvPr/>
        </p:nvSpPr>
        <p:spPr>
          <a:xfrm>
            <a:off x="4142764" y="341092"/>
            <a:ext cx="6996418" cy="1174459"/>
          </a:xfrm>
          <a:custGeom>
            <a:avLst/>
            <a:gdLst>
              <a:gd name="connsiteX0" fmla="*/ 0 w 4563611"/>
              <a:gd name="connsiteY0" fmla="*/ 0 h 1191237"/>
              <a:gd name="connsiteX1" fmla="*/ 4563611 w 4563611"/>
              <a:gd name="connsiteY1" fmla="*/ 0 h 1191237"/>
              <a:gd name="connsiteX2" fmla="*/ 4563611 w 4563611"/>
              <a:gd name="connsiteY2" fmla="*/ 1191237 h 1191237"/>
              <a:gd name="connsiteX3" fmla="*/ 0 w 4563611"/>
              <a:gd name="connsiteY3" fmla="*/ 1191237 h 1191237"/>
              <a:gd name="connsiteX4" fmla="*/ 0 w 4563611"/>
              <a:gd name="connsiteY4" fmla="*/ 0 h 1191237"/>
              <a:gd name="connsiteX0" fmla="*/ 0 w 4563611"/>
              <a:gd name="connsiteY0" fmla="*/ 0 h 1191237"/>
              <a:gd name="connsiteX1" fmla="*/ 4563611 w 4563611"/>
              <a:gd name="connsiteY1" fmla="*/ 0 h 1191237"/>
              <a:gd name="connsiteX2" fmla="*/ 4563611 w 4563611"/>
              <a:gd name="connsiteY2" fmla="*/ 1191237 h 1191237"/>
              <a:gd name="connsiteX3" fmla="*/ 1971413 w 4563611"/>
              <a:gd name="connsiteY3" fmla="*/ 1174459 h 1191237"/>
              <a:gd name="connsiteX4" fmla="*/ 0 w 4563611"/>
              <a:gd name="connsiteY4" fmla="*/ 0 h 1191237"/>
              <a:gd name="connsiteX0" fmla="*/ 0 w 6996418"/>
              <a:gd name="connsiteY0" fmla="*/ 0 h 1174459"/>
              <a:gd name="connsiteX1" fmla="*/ 4563611 w 6996418"/>
              <a:gd name="connsiteY1" fmla="*/ 0 h 1174459"/>
              <a:gd name="connsiteX2" fmla="*/ 6996418 w 6996418"/>
              <a:gd name="connsiteY2" fmla="*/ 1166070 h 1174459"/>
              <a:gd name="connsiteX3" fmla="*/ 1971413 w 6996418"/>
              <a:gd name="connsiteY3" fmla="*/ 1174459 h 1174459"/>
              <a:gd name="connsiteX4" fmla="*/ 0 w 6996418"/>
              <a:gd name="connsiteY4" fmla="*/ 0 h 117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96418" h="1174459">
                <a:moveTo>
                  <a:pt x="0" y="0"/>
                </a:moveTo>
                <a:lnTo>
                  <a:pt x="4563611" y="0"/>
                </a:lnTo>
                <a:lnTo>
                  <a:pt x="6996418" y="1166070"/>
                </a:lnTo>
                <a:lnTo>
                  <a:pt x="1971413" y="117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PC</a:t>
            </a:r>
            <a:r>
              <a:rPr kumimoji="1" lang="ja-JP" altLang="en-US" dirty="0"/>
              <a:t>ウインドウ</a:t>
            </a:r>
            <a:r>
              <a:rPr kumimoji="1" lang="en-US" altLang="ja-JP" dirty="0"/>
              <a:t>(</a:t>
            </a:r>
            <a:r>
              <a:rPr lang="ja-JP" altLang="en-US" dirty="0"/>
              <a:t>上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9CB3A-9CF9-6EF8-C05E-22135856C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033" y="1255075"/>
            <a:ext cx="751462" cy="7956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BD6B20-5C90-E9F5-3DE4-2F3ECA5B4B91}"/>
              </a:ext>
            </a:extLst>
          </p:cNvPr>
          <p:cNvSpPr/>
          <p:nvPr/>
        </p:nvSpPr>
        <p:spPr>
          <a:xfrm>
            <a:off x="1468073" y="3073940"/>
            <a:ext cx="7354914" cy="3608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2d</a:t>
            </a:r>
            <a:r>
              <a:rPr kumimoji="1" lang="ja-JP" altLang="en-US" dirty="0"/>
              <a:t>画面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07AA6-2B8A-DE37-D9C9-9F13EE2A6C6B}"/>
              </a:ext>
            </a:extLst>
          </p:cNvPr>
          <p:cNvSpPr txBox="1"/>
          <p:nvPr/>
        </p:nvSpPr>
        <p:spPr>
          <a:xfrm>
            <a:off x="1342417" y="145826"/>
            <a:ext cx="2140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３</a:t>
            </a:r>
            <a:r>
              <a:rPr kumimoji="1" lang="en-US" altLang="ja-JP" dirty="0"/>
              <a:t>D</a:t>
            </a:r>
            <a:r>
              <a:rPr kumimoji="1" lang="ja-JP" altLang="en-US" dirty="0"/>
              <a:t>画面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BB15C8-EB19-02F1-51AC-B02C6F9F3F5A}"/>
              </a:ext>
            </a:extLst>
          </p:cNvPr>
          <p:cNvSpPr/>
          <p:nvPr/>
        </p:nvSpPr>
        <p:spPr>
          <a:xfrm>
            <a:off x="1678183" y="3429000"/>
            <a:ext cx="2295728" cy="17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ウインドウ下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42532D-BB7A-3250-DB83-44228B7D964A}"/>
              </a:ext>
            </a:extLst>
          </p:cNvPr>
          <p:cNvSpPr/>
          <p:nvPr/>
        </p:nvSpPr>
        <p:spPr>
          <a:xfrm>
            <a:off x="2412459" y="4567182"/>
            <a:ext cx="2295728" cy="17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ウインドウ上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385E03-70D1-40D7-8468-EA70D931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543" y="3460252"/>
            <a:ext cx="507959" cy="537839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FD15F50D-935F-66FF-E825-71965CB74BC9}"/>
              </a:ext>
            </a:extLst>
          </p:cNvPr>
          <p:cNvSpPr/>
          <p:nvPr/>
        </p:nvSpPr>
        <p:spPr>
          <a:xfrm rot="18994669">
            <a:off x="4323274" y="796628"/>
            <a:ext cx="893784" cy="295370"/>
          </a:xfrm>
          <a:prstGeom prst="rightArrow">
            <a:avLst>
              <a:gd name="adj1" fmla="val 50000"/>
              <a:gd name="adj2" fmla="val 10415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71D05C14-034F-7DFB-0179-46B7AEB433BA}"/>
              </a:ext>
            </a:extLst>
          </p:cNvPr>
          <p:cNvSpPr/>
          <p:nvPr/>
        </p:nvSpPr>
        <p:spPr>
          <a:xfrm rot="18724779">
            <a:off x="4525839" y="860948"/>
            <a:ext cx="280009" cy="302523"/>
          </a:xfrm>
          <a:prstGeom prst="plus">
            <a:avLst>
              <a:gd name="adj" fmla="val 39716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589AC8-5B86-F706-5613-D1A83BDCAEAC}"/>
              </a:ext>
            </a:extLst>
          </p:cNvPr>
          <p:cNvSpPr txBox="1"/>
          <p:nvPr/>
        </p:nvSpPr>
        <p:spPr>
          <a:xfrm>
            <a:off x="4871938" y="3429000"/>
            <a:ext cx="3163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2D</a:t>
            </a:r>
            <a:r>
              <a:rPr lang="ja-JP" altLang="en-US" dirty="0"/>
              <a:t>画面でウインドウの上下を変える</a:t>
            </a:r>
            <a:endParaRPr kumimoji="1" lang="ja-JP" altLang="en-US" dirty="0"/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63DFDC0D-0C2E-9EB0-495D-E34D2AB28299}"/>
              </a:ext>
            </a:extLst>
          </p:cNvPr>
          <p:cNvSpPr txBox="1"/>
          <p:nvPr/>
        </p:nvSpPr>
        <p:spPr>
          <a:xfrm>
            <a:off x="6053848" y="3925233"/>
            <a:ext cx="3355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Classic</a:t>
            </a:r>
            <a:r>
              <a:rPr lang="ja-JP" altLang="en-US"/>
              <a:t>ウインドウから敵？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995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8913A1-40B0-6CA0-C16D-229521117EDA}"/>
              </a:ext>
            </a:extLst>
          </p:cNvPr>
          <p:cNvSpPr/>
          <p:nvPr/>
        </p:nvSpPr>
        <p:spPr>
          <a:xfrm>
            <a:off x="9631681" y="139337"/>
            <a:ext cx="1062446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視点切り替えボタン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F3F3901-C02B-43FA-63C0-F7AFD4500861}"/>
              </a:ext>
            </a:extLst>
          </p:cNvPr>
          <p:cNvSpPr/>
          <p:nvPr/>
        </p:nvSpPr>
        <p:spPr>
          <a:xfrm>
            <a:off x="10785567" y="139337"/>
            <a:ext cx="1062446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視点切り替えボタン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E5F6DD1-8756-0C31-A9FD-31A9E28A8F60}"/>
              </a:ext>
            </a:extLst>
          </p:cNvPr>
          <p:cNvSpPr txBox="1"/>
          <p:nvPr/>
        </p:nvSpPr>
        <p:spPr>
          <a:xfrm>
            <a:off x="7092971" y="42236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平行投影・垂直投影</a:t>
            </a:r>
            <a:r>
              <a:rPr kumimoji="1" lang="en-US" altLang="ja-JP" dirty="0"/>
              <a:t>→</a:t>
            </a:r>
            <a:endParaRPr kumimoji="1" lang="ja-JP" altLang="en-US"/>
          </a:p>
        </p:txBody>
      </p:sp>
      <p:pic>
        <p:nvPicPr>
          <p:cNvPr id="1026" name="Picture 2" descr="Mac OS X 10.0 - Wikipedia">
            <a:extLst>
              <a:ext uri="{FF2B5EF4-FFF2-40B4-BE49-F238E27FC236}">
                <a16:creationId xmlns:a16="http://schemas.microsoft.com/office/drawing/2014/main" id="{A0BE6CB4-D79C-0C24-1A3F-7B7424E53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807" y="178848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172B008-7A99-20A5-74A4-8B44D565C0C9}"/>
              </a:ext>
            </a:extLst>
          </p:cNvPr>
          <p:cNvSpPr/>
          <p:nvPr/>
        </p:nvSpPr>
        <p:spPr>
          <a:xfrm>
            <a:off x="1066925" y="2807368"/>
            <a:ext cx="4846392" cy="3106628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Picture 53">
            <a:extLst>
              <a:ext uri="{FF2B5EF4-FFF2-40B4-BE49-F238E27FC236}">
                <a16:creationId xmlns:a16="http://schemas.microsoft.com/office/drawing/2014/main" id="{BC27F69B-5A8F-56F6-E20D-C8BDEE135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45" y="139337"/>
            <a:ext cx="761695" cy="566057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12811BE-1391-8CC3-6A45-1CB857559EC0}"/>
              </a:ext>
            </a:extLst>
          </p:cNvPr>
          <p:cNvSpPr/>
          <p:nvPr/>
        </p:nvSpPr>
        <p:spPr>
          <a:xfrm>
            <a:off x="1109574" y="2810782"/>
            <a:ext cx="4743852" cy="299170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r="2700000" algn="t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D50F5DE6-ABB4-CB80-3E69-089A496C12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" t="457" b="79396"/>
          <a:stretch>
            <a:fillRect/>
          </a:stretch>
        </p:blipFill>
        <p:spPr>
          <a:xfrm>
            <a:off x="1070887" y="2137080"/>
            <a:ext cx="4842431" cy="670288"/>
          </a:xfrm>
          <a:custGeom>
            <a:avLst/>
            <a:gdLst>
              <a:gd name="connsiteX0" fmla="*/ 69042 w 4842431"/>
              <a:gd name="connsiteY0" fmla="*/ 0 h 670288"/>
              <a:gd name="connsiteX1" fmla="*/ 4777350 w 4842431"/>
              <a:gd name="connsiteY1" fmla="*/ 0 h 670288"/>
              <a:gd name="connsiteX2" fmla="*/ 4826170 w 4842431"/>
              <a:gd name="connsiteY2" fmla="*/ 20222 h 670288"/>
              <a:gd name="connsiteX3" fmla="*/ 4842431 w 4842431"/>
              <a:gd name="connsiteY3" fmla="*/ 59479 h 670288"/>
              <a:gd name="connsiteX4" fmla="*/ 4842431 w 4842431"/>
              <a:gd name="connsiteY4" fmla="*/ 670288 h 670288"/>
              <a:gd name="connsiteX5" fmla="*/ 0 w 4842431"/>
              <a:gd name="connsiteY5" fmla="*/ 670288 h 670288"/>
              <a:gd name="connsiteX6" fmla="*/ 0 w 4842431"/>
              <a:gd name="connsiteY6" fmla="*/ 69042 h 670288"/>
              <a:gd name="connsiteX7" fmla="*/ 69042 w 4842431"/>
              <a:gd name="connsiteY7" fmla="*/ 0 h 67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42431" h="670288">
                <a:moveTo>
                  <a:pt x="69042" y="0"/>
                </a:moveTo>
                <a:lnTo>
                  <a:pt x="4777350" y="0"/>
                </a:lnTo>
                <a:cubicBezTo>
                  <a:pt x="4796416" y="0"/>
                  <a:pt x="4813676" y="7728"/>
                  <a:pt x="4826170" y="20222"/>
                </a:cubicBezTo>
                <a:lnTo>
                  <a:pt x="4842431" y="59479"/>
                </a:lnTo>
                <a:lnTo>
                  <a:pt x="4842431" y="670288"/>
                </a:lnTo>
                <a:lnTo>
                  <a:pt x="0" y="670288"/>
                </a:lnTo>
                <a:lnTo>
                  <a:pt x="0" y="69042"/>
                </a:lnTo>
                <a:cubicBezTo>
                  <a:pt x="0" y="30911"/>
                  <a:pt x="30911" y="0"/>
                  <a:pt x="69042" y="0"/>
                </a:cubicBezTo>
                <a:close/>
              </a:path>
            </a:pathLst>
          </a:custGeom>
          <a:ln>
            <a:solidFill>
              <a:schemeClr val="bg1">
                <a:lumMod val="95000"/>
              </a:schemeClr>
            </a:solidFill>
          </a:ln>
          <a:effectLst>
            <a:innerShdw blurRad="25400" dist="25400" dir="16980000">
              <a:schemeClr val="bg1">
                <a:alpha val="0"/>
              </a:schemeClr>
            </a:innerShdw>
          </a:effectLst>
        </p:spPr>
      </p:pic>
      <p:pic>
        <p:nvPicPr>
          <p:cNvPr id="21" name="Picture 53">
            <a:extLst>
              <a:ext uri="{FF2B5EF4-FFF2-40B4-BE49-F238E27FC236}">
                <a16:creationId xmlns:a16="http://schemas.microsoft.com/office/drawing/2014/main" id="{EAEB46A8-2EDC-428A-A206-D81FB2D2F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201"/>
          <a:stretch>
            <a:fillRect/>
          </a:stretch>
        </p:blipFill>
        <p:spPr>
          <a:xfrm>
            <a:off x="1070887" y="2310063"/>
            <a:ext cx="4839222" cy="497305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69F480A-7C20-5E21-CFB1-26B9D8A1C9B7}"/>
              </a:ext>
            </a:extLst>
          </p:cNvPr>
          <p:cNvSpPr/>
          <p:nvPr/>
        </p:nvSpPr>
        <p:spPr>
          <a:xfrm>
            <a:off x="1066925" y="2199676"/>
            <a:ext cx="4846392" cy="106973"/>
          </a:xfrm>
          <a:prstGeom prst="rect">
            <a:avLst/>
          </a:prstGeom>
          <a:gradFill>
            <a:gsLst>
              <a:gs pos="100000">
                <a:schemeClr val="tx1"/>
              </a:gs>
              <a:gs pos="62000">
                <a:srgbClr val="000000">
                  <a:alpha val="10000"/>
                </a:srgbClr>
              </a:gs>
              <a:gs pos="88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52D5991-7AAC-D0ED-032D-ED99F158A453}"/>
              </a:ext>
            </a:extLst>
          </p:cNvPr>
          <p:cNvSpPr/>
          <p:nvPr/>
        </p:nvSpPr>
        <p:spPr>
          <a:xfrm flipV="1">
            <a:off x="1120725" y="2810780"/>
            <a:ext cx="4743852" cy="59183"/>
          </a:xfrm>
          <a:prstGeom prst="rect">
            <a:avLst/>
          </a:prstGeom>
          <a:gradFill>
            <a:gsLst>
              <a:gs pos="62000">
                <a:srgbClr val="000000">
                  <a:alpha val="10000"/>
                </a:srgbClr>
              </a:gs>
              <a:gs pos="100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74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6764904-8AA3-869E-128F-415AC9F197A7}"/>
              </a:ext>
            </a:extLst>
          </p:cNvPr>
          <p:cNvSpPr/>
          <p:nvPr/>
        </p:nvSpPr>
        <p:spPr>
          <a:xfrm>
            <a:off x="7675702" y="839244"/>
            <a:ext cx="4346117" cy="5285832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E87808-1BCE-4302-31CF-0768071EC6C2}"/>
              </a:ext>
            </a:extLst>
          </p:cNvPr>
          <p:cNvSpPr/>
          <p:nvPr/>
        </p:nvSpPr>
        <p:spPr>
          <a:xfrm>
            <a:off x="7675701" y="4454125"/>
            <a:ext cx="4346117" cy="1670951"/>
          </a:xfrm>
          <a:prstGeom prst="rect">
            <a:avLst/>
          </a:prstGeom>
          <a:solidFill>
            <a:srgbClr val="C6C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D1892E1-5705-52B4-9DD6-15F038F3D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99" y="300786"/>
            <a:ext cx="7772400" cy="630655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E3E9BBF-8CAF-04EB-6102-290A2E76C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78" t="46448" r="47627" b="46397"/>
          <a:stretch>
            <a:fillRect/>
          </a:stretch>
        </p:blipFill>
        <p:spPr>
          <a:xfrm>
            <a:off x="1775373" y="250662"/>
            <a:ext cx="5398691" cy="603382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729D96-663F-6788-8DFF-75FF09EA163B}"/>
              </a:ext>
            </a:extLst>
          </p:cNvPr>
          <p:cNvSpPr/>
          <p:nvPr/>
        </p:nvSpPr>
        <p:spPr>
          <a:xfrm>
            <a:off x="7880319" y="1068224"/>
            <a:ext cx="2444097" cy="297393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22EAFACC-9F47-0F94-3BA0-DCB2F464910E}"/>
              </a:ext>
            </a:extLst>
          </p:cNvPr>
          <p:cNvSpPr/>
          <p:nvPr/>
        </p:nvSpPr>
        <p:spPr>
          <a:xfrm>
            <a:off x="8054218" y="1264779"/>
            <a:ext cx="2069558" cy="1640420"/>
          </a:xfrm>
          <a:prstGeom prst="roundRect">
            <a:avLst>
              <a:gd name="adj" fmla="val 8938"/>
            </a:avLst>
          </a:prstGeom>
          <a:solidFill>
            <a:srgbClr val="C6C6F8"/>
          </a:solidFill>
          <a:ln>
            <a:noFill/>
          </a:ln>
          <a:effectLst>
            <a:innerShdw blurRad="151664" dist="12700" dir="11280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7E782A-B5F2-CA34-24F9-0AAD35B36C2E}"/>
              </a:ext>
            </a:extLst>
          </p:cNvPr>
          <p:cNvSpPr/>
          <p:nvPr/>
        </p:nvSpPr>
        <p:spPr>
          <a:xfrm>
            <a:off x="8153237" y="3471729"/>
            <a:ext cx="276195" cy="136362"/>
          </a:xfrm>
          <a:prstGeom prst="rect">
            <a:avLst/>
          </a:prstGeom>
          <a:solidFill>
            <a:srgbClr val="00BC00"/>
          </a:solidFill>
          <a:ln>
            <a:noFill/>
          </a:ln>
          <a:effectLst>
            <a:innerShdw blurRad="42748" dist="50800" dir="9456501">
              <a:prstClr val="black">
                <a:alpha val="977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43B331E-7E69-342B-AB78-D1FF770B26DD}"/>
              </a:ext>
            </a:extLst>
          </p:cNvPr>
          <p:cNvSpPr/>
          <p:nvPr/>
        </p:nvSpPr>
        <p:spPr>
          <a:xfrm>
            <a:off x="8153064" y="3608091"/>
            <a:ext cx="276195" cy="143142"/>
          </a:xfrm>
          <a:prstGeom prst="rect">
            <a:avLst/>
          </a:prstGeom>
          <a:solidFill>
            <a:srgbClr val="EE0000"/>
          </a:solidFill>
          <a:ln>
            <a:noFill/>
          </a:ln>
          <a:effectLst>
            <a:innerShdw blurRad="42748" dist="50800" dir="9456501">
              <a:prstClr val="black">
                <a:alpha val="977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22A8CBF-338B-2122-77FF-771201D2656A}"/>
              </a:ext>
            </a:extLst>
          </p:cNvPr>
          <p:cNvSpPr/>
          <p:nvPr/>
        </p:nvSpPr>
        <p:spPr>
          <a:xfrm>
            <a:off x="9077947" y="3342520"/>
            <a:ext cx="974035" cy="129209"/>
          </a:xfrm>
          <a:prstGeom prst="rect">
            <a:avLst/>
          </a:prstGeom>
          <a:solidFill>
            <a:srgbClr val="000000"/>
          </a:solidFill>
          <a:ln w="25400"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A7D62B7-EC3B-AC6A-E952-33D8D6AD6F0B}"/>
              </a:ext>
            </a:extLst>
          </p:cNvPr>
          <p:cNvSpPr/>
          <p:nvPr/>
        </p:nvSpPr>
        <p:spPr>
          <a:xfrm>
            <a:off x="7876342" y="4118423"/>
            <a:ext cx="1434361" cy="274519"/>
          </a:xfrm>
          <a:prstGeom prst="rect">
            <a:avLst/>
          </a:prstGeom>
          <a:gradFill>
            <a:gsLst>
              <a:gs pos="0">
                <a:srgbClr val="8B8B8B"/>
              </a:gs>
              <a:gs pos="96000">
                <a:srgbClr val="232323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7BB3FE-76E1-1707-A08B-CE76A400043D}"/>
              </a:ext>
            </a:extLst>
          </p:cNvPr>
          <p:cNvSpPr/>
          <p:nvPr/>
        </p:nvSpPr>
        <p:spPr>
          <a:xfrm>
            <a:off x="7906719" y="4867493"/>
            <a:ext cx="130680" cy="2122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E8ED82E-ED66-D149-EF6A-50F7B4A11306}"/>
              </a:ext>
            </a:extLst>
          </p:cNvPr>
          <p:cNvSpPr/>
          <p:nvPr/>
        </p:nvSpPr>
        <p:spPr>
          <a:xfrm>
            <a:off x="8821119" y="4867493"/>
            <a:ext cx="130680" cy="2122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079B2A4-D4E2-DBE1-C4F0-4B4E14465100}"/>
              </a:ext>
            </a:extLst>
          </p:cNvPr>
          <p:cNvSpPr/>
          <p:nvPr/>
        </p:nvSpPr>
        <p:spPr>
          <a:xfrm>
            <a:off x="8363919" y="4867492"/>
            <a:ext cx="130680" cy="57144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3D548C9-F01D-BE79-A7C1-40D9A5844987}"/>
              </a:ext>
            </a:extLst>
          </p:cNvPr>
          <p:cNvSpPr/>
          <p:nvPr/>
        </p:nvSpPr>
        <p:spPr>
          <a:xfrm>
            <a:off x="8250159" y="5302870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86FDE06-DF52-57BF-AA26-676CFE075B57}"/>
              </a:ext>
            </a:extLst>
          </p:cNvPr>
          <p:cNvSpPr/>
          <p:nvPr/>
        </p:nvSpPr>
        <p:spPr>
          <a:xfrm>
            <a:off x="8004769" y="5517634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BCD8EA5-C1AC-7ADE-6B7F-271D4EAA15E7}"/>
              </a:ext>
            </a:extLst>
          </p:cNvPr>
          <p:cNvSpPr/>
          <p:nvPr/>
        </p:nvSpPr>
        <p:spPr>
          <a:xfrm>
            <a:off x="8587154" y="5517634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710D09F-D1F5-1427-BA0A-1B189C4840F5}"/>
              </a:ext>
            </a:extLst>
          </p:cNvPr>
          <p:cNvSpPr/>
          <p:nvPr/>
        </p:nvSpPr>
        <p:spPr>
          <a:xfrm>
            <a:off x="8135448" y="5653705"/>
            <a:ext cx="451705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C408149A-7193-EE74-273E-430141B36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742" y="4807569"/>
            <a:ext cx="1159434" cy="1159434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7FBCA9C-FA20-0114-2975-FD5ECC04DDCE}"/>
              </a:ext>
            </a:extLst>
          </p:cNvPr>
          <p:cNvSpPr/>
          <p:nvPr/>
        </p:nvSpPr>
        <p:spPr>
          <a:xfrm>
            <a:off x="10446054" y="1068223"/>
            <a:ext cx="1502282" cy="2973937"/>
          </a:xfrm>
          <a:custGeom>
            <a:avLst/>
            <a:gdLst>
              <a:gd name="connsiteX0" fmla="*/ 0 w 1502282"/>
              <a:gd name="connsiteY0" fmla="*/ 0 h 2973937"/>
              <a:gd name="connsiteX1" fmla="*/ 1502282 w 1502282"/>
              <a:gd name="connsiteY1" fmla="*/ 0 h 2973937"/>
              <a:gd name="connsiteX2" fmla="*/ 1502282 w 1502282"/>
              <a:gd name="connsiteY2" fmla="*/ 2973937 h 2973937"/>
              <a:gd name="connsiteX3" fmla="*/ 0 w 1502282"/>
              <a:gd name="connsiteY3" fmla="*/ 2973937 h 2973937"/>
              <a:gd name="connsiteX4" fmla="*/ 0 w 1502282"/>
              <a:gd name="connsiteY4" fmla="*/ 0 h 2973937"/>
              <a:gd name="connsiteX0" fmla="*/ 118663 w 1502282"/>
              <a:gd name="connsiteY0" fmla="*/ 6981 h 2973937"/>
              <a:gd name="connsiteX1" fmla="*/ 1502282 w 1502282"/>
              <a:gd name="connsiteY1" fmla="*/ 0 h 2973937"/>
              <a:gd name="connsiteX2" fmla="*/ 1502282 w 1502282"/>
              <a:gd name="connsiteY2" fmla="*/ 2973937 h 2973937"/>
              <a:gd name="connsiteX3" fmla="*/ 0 w 1502282"/>
              <a:gd name="connsiteY3" fmla="*/ 2973937 h 2973937"/>
              <a:gd name="connsiteX4" fmla="*/ 118663 w 1502282"/>
              <a:gd name="connsiteY4" fmla="*/ 6981 h 297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82" h="2973937">
                <a:moveTo>
                  <a:pt x="118663" y="6981"/>
                </a:moveTo>
                <a:lnTo>
                  <a:pt x="1502282" y="0"/>
                </a:lnTo>
                <a:lnTo>
                  <a:pt x="1502282" y="2973937"/>
                </a:lnTo>
                <a:lnTo>
                  <a:pt x="0" y="2973937"/>
                </a:lnTo>
                <a:lnTo>
                  <a:pt x="118663" y="6981"/>
                </a:lnTo>
                <a:close/>
              </a:path>
            </a:pathLst>
          </a:custGeom>
          <a:gradFill>
            <a:gsLst>
              <a:gs pos="0">
                <a:srgbClr val="CCCCCC"/>
              </a:gs>
              <a:gs pos="33000">
                <a:srgbClr val="ACACA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MAC SEにminiを入れてみました">
            <a:extLst>
              <a:ext uri="{FF2B5EF4-FFF2-40B4-BE49-F238E27FC236}">
                <a16:creationId xmlns:a16="http://schemas.microsoft.com/office/drawing/2014/main" id="{BBB3CF2B-9A0E-0E7D-94A9-56E49EE0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22" y="3267576"/>
            <a:ext cx="28448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A1B57FF-6E77-39D1-D458-C13513FE3977}"/>
              </a:ext>
            </a:extLst>
          </p:cNvPr>
          <p:cNvSpPr/>
          <p:nvPr/>
        </p:nvSpPr>
        <p:spPr>
          <a:xfrm>
            <a:off x="10573053" y="4943641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7CEE02F-D9CF-79FC-1710-910ADD020F9A}"/>
              </a:ext>
            </a:extLst>
          </p:cNvPr>
          <p:cNvSpPr/>
          <p:nvPr/>
        </p:nvSpPr>
        <p:spPr>
          <a:xfrm>
            <a:off x="11027635" y="5420312"/>
            <a:ext cx="26136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2BD3F77-315A-9804-6E2E-3E94EB977412}"/>
              </a:ext>
            </a:extLst>
          </p:cNvPr>
          <p:cNvSpPr/>
          <p:nvPr/>
        </p:nvSpPr>
        <p:spPr>
          <a:xfrm>
            <a:off x="10919693" y="5302588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C74CA17-E699-BB05-BA3F-ADA935A45818}"/>
              </a:ext>
            </a:extLst>
          </p:cNvPr>
          <p:cNvSpPr/>
          <p:nvPr/>
        </p:nvSpPr>
        <p:spPr>
          <a:xfrm>
            <a:off x="10671103" y="5773648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94CCC4A-14C4-9772-1FEF-31A8CD8D83F8}"/>
              </a:ext>
            </a:extLst>
          </p:cNvPr>
          <p:cNvSpPr/>
          <p:nvPr/>
        </p:nvSpPr>
        <p:spPr>
          <a:xfrm>
            <a:off x="11414369" y="5773647"/>
            <a:ext cx="252902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0E402EF-780E-E177-B840-5037B5BA110F}"/>
              </a:ext>
            </a:extLst>
          </p:cNvPr>
          <p:cNvSpPr/>
          <p:nvPr/>
        </p:nvSpPr>
        <p:spPr>
          <a:xfrm>
            <a:off x="10801783" y="5651946"/>
            <a:ext cx="612586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2F5ECDB-22B1-4D2F-B71A-C84BB743BCE8}"/>
              </a:ext>
            </a:extLst>
          </p:cNvPr>
          <p:cNvSpPr/>
          <p:nvPr/>
        </p:nvSpPr>
        <p:spPr>
          <a:xfrm>
            <a:off x="10703733" y="4807570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632C064-2B06-1ECB-A26E-C3F62FDB0587}"/>
              </a:ext>
            </a:extLst>
          </p:cNvPr>
          <p:cNvSpPr/>
          <p:nvPr/>
        </p:nvSpPr>
        <p:spPr>
          <a:xfrm>
            <a:off x="10450833" y="5079712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E483455-63D8-49E6-C387-B7D02DDA89B3}"/>
              </a:ext>
            </a:extLst>
          </p:cNvPr>
          <p:cNvSpPr/>
          <p:nvPr/>
        </p:nvSpPr>
        <p:spPr>
          <a:xfrm>
            <a:off x="10433298" y="4807569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7A5FD10-BA98-586B-9AAC-A8B4F8B03356}"/>
              </a:ext>
            </a:extLst>
          </p:cNvPr>
          <p:cNvSpPr/>
          <p:nvPr/>
        </p:nvSpPr>
        <p:spPr>
          <a:xfrm>
            <a:off x="10703733" y="5077954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F9F7D21-74E7-7520-5266-5F6742072AB7}"/>
              </a:ext>
            </a:extLst>
          </p:cNvPr>
          <p:cNvSpPr/>
          <p:nvPr/>
        </p:nvSpPr>
        <p:spPr>
          <a:xfrm>
            <a:off x="11488784" y="4943641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350D715-4ECB-2A30-2C73-8460820CAEB0}"/>
              </a:ext>
            </a:extLst>
          </p:cNvPr>
          <p:cNvSpPr/>
          <p:nvPr/>
        </p:nvSpPr>
        <p:spPr>
          <a:xfrm>
            <a:off x="11619464" y="4807570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610B58B-A002-E039-B209-DB5538868191}"/>
              </a:ext>
            </a:extLst>
          </p:cNvPr>
          <p:cNvSpPr/>
          <p:nvPr/>
        </p:nvSpPr>
        <p:spPr>
          <a:xfrm>
            <a:off x="11366564" y="5079712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10694CB-1A50-A588-0D70-BA098692E6D4}"/>
              </a:ext>
            </a:extLst>
          </p:cNvPr>
          <p:cNvSpPr/>
          <p:nvPr/>
        </p:nvSpPr>
        <p:spPr>
          <a:xfrm>
            <a:off x="11349029" y="4807569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8CAFD81-4CF6-BF22-80C3-6E6ECC8E6C07}"/>
              </a:ext>
            </a:extLst>
          </p:cNvPr>
          <p:cNvSpPr/>
          <p:nvPr/>
        </p:nvSpPr>
        <p:spPr>
          <a:xfrm>
            <a:off x="11619464" y="5077954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D74B2C4-0797-840F-A9CD-1BEB59C8EE61}"/>
              </a:ext>
            </a:extLst>
          </p:cNvPr>
          <p:cNvSpPr/>
          <p:nvPr/>
        </p:nvSpPr>
        <p:spPr>
          <a:xfrm>
            <a:off x="11283689" y="5294422"/>
            <a:ext cx="130680" cy="136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FF10AD5-397E-21E5-1611-1A03811F42E9}"/>
              </a:ext>
            </a:extLst>
          </p:cNvPr>
          <p:cNvSpPr/>
          <p:nvPr/>
        </p:nvSpPr>
        <p:spPr>
          <a:xfrm flipH="1">
            <a:off x="9310701" y="4118423"/>
            <a:ext cx="2637633" cy="274519"/>
          </a:xfrm>
          <a:prstGeom prst="rect">
            <a:avLst/>
          </a:prstGeom>
          <a:gradFill>
            <a:gsLst>
              <a:gs pos="0">
                <a:srgbClr val="8B8B8B"/>
              </a:gs>
              <a:gs pos="96000">
                <a:srgbClr val="232323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69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2069700-9B29-75BD-6F0E-BFCEEC309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4" y="186267"/>
            <a:ext cx="7772400" cy="54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8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00E6E26-58B9-86A0-FBDC-58CFD0028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3" t="31953" r="29855" b="25737"/>
          <a:stretch>
            <a:fillRect/>
          </a:stretch>
        </p:blipFill>
        <p:spPr>
          <a:xfrm>
            <a:off x="8800578" y="475989"/>
            <a:ext cx="3010422" cy="252149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65C3E8D-601E-0C02-2593-1A025CAA8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49" t="30622" r="4477" b="13825"/>
          <a:stretch>
            <a:fillRect/>
          </a:stretch>
        </p:blipFill>
        <p:spPr>
          <a:xfrm>
            <a:off x="166978" y="193264"/>
            <a:ext cx="5851564" cy="4602931"/>
          </a:xfrm>
          <a:custGeom>
            <a:avLst/>
            <a:gdLst>
              <a:gd name="connsiteX0" fmla="*/ 57926 w 5851564"/>
              <a:gd name="connsiteY0" fmla="*/ 0 h 4602931"/>
              <a:gd name="connsiteX1" fmla="*/ 2608713 w 5851564"/>
              <a:gd name="connsiteY1" fmla="*/ 0 h 4602931"/>
              <a:gd name="connsiteX2" fmla="*/ 2608713 w 5851564"/>
              <a:gd name="connsiteY2" fmla="*/ 210558 h 4602931"/>
              <a:gd name="connsiteX3" fmla="*/ 3272466 w 5851564"/>
              <a:gd name="connsiteY3" fmla="*/ 210558 h 4602931"/>
              <a:gd name="connsiteX4" fmla="*/ 3272466 w 5851564"/>
              <a:gd name="connsiteY4" fmla="*/ 0 h 4602931"/>
              <a:gd name="connsiteX5" fmla="*/ 5793637 w 5851564"/>
              <a:gd name="connsiteY5" fmla="*/ 0 h 4602931"/>
              <a:gd name="connsiteX6" fmla="*/ 5851562 w 5851564"/>
              <a:gd name="connsiteY6" fmla="*/ 58038 h 4602931"/>
              <a:gd name="connsiteX7" fmla="*/ 5851562 w 5851564"/>
              <a:gd name="connsiteY7" fmla="*/ 1895227 h 4602931"/>
              <a:gd name="connsiteX8" fmla="*/ 5851564 w 5851564"/>
              <a:gd name="connsiteY8" fmla="*/ 1895227 h 4602931"/>
              <a:gd name="connsiteX9" fmla="*/ 5851564 w 5851564"/>
              <a:gd name="connsiteY9" fmla="*/ 4602931 h 4602931"/>
              <a:gd name="connsiteX10" fmla="*/ 2 w 5851564"/>
              <a:gd name="connsiteY10" fmla="*/ 4602931 h 4602931"/>
              <a:gd name="connsiteX11" fmla="*/ 2 w 5851564"/>
              <a:gd name="connsiteY11" fmla="*/ 2729593 h 4602931"/>
              <a:gd name="connsiteX12" fmla="*/ 0 w 5851564"/>
              <a:gd name="connsiteY12" fmla="*/ 2729588 h 4602931"/>
              <a:gd name="connsiteX13" fmla="*/ 0 w 5851564"/>
              <a:gd name="connsiteY13" fmla="*/ 58038 h 4602931"/>
              <a:gd name="connsiteX14" fmla="*/ 57926 w 5851564"/>
              <a:gd name="connsiteY14" fmla="*/ 0 h 460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51564" h="4602931">
                <a:moveTo>
                  <a:pt x="57926" y="0"/>
                </a:moveTo>
                <a:lnTo>
                  <a:pt x="2608713" y="0"/>
                </a:lnTo>
                <a:lnTo>
                  <a:pt x="2608713" y="210558"/>
                </a:lnTo>
                <a:lnTo>
                  <a:pt x="3272466" y="210558"/>
                </a:lnTo>
                <a:lnTo>
                  <a:pt x="3272466" y="0"/>
                </a:lnTo>
                <a:lnTo>
                  <a:pt x="5793637" y="0"/>
                </a:lnTo>
                <a:cubicBezTo>
                  <a:pt x="5825628" y="0"/>
                  <a:pt x="5851562" y="25984"/>
                  <a:pt x="5851562" y="58038"/>
                </a:cubicBezTo>
                <a:lnTo>
                  <a:pt x="5851562" y="1895227"/>
                </a:lnTo>
                <a:lnTo>
                  <a:pt x="5851564" y="1895227"/>
                </a:lnTo>
                <a:lnTo>
                  <a:pt x="5851564" y="4602931"/>
                </a:lnTo>
                <a:lnTo>
                  <a:pt x="2" y="4602931"/>
                </a:lnTo>
                <a:lnTo>
                  <a:pt x="2" y="2729593"/>
                </a:lnTo>
                <a:lnTo>
                  <a:pt x="0" y="2729588"/>
                </a:lnTo>
                <a:lnTo>
                  <a:pt x="0" y="58038"/>
                </a:lnTo>
                <a:cubicBezTo>
                  <a:pt x="0" y="25984"/>
                  <a:pt x="25934" y="0"/>
                  <a:pt x="57926" y="0"/>
                </a:cubicBezTo>
                <a:close/>
              </a:path>
            </a:pathLst>
          </a:cu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2DFA429-571A-89C7-4A5B-5B6C19645F83}"/>
              </a:ext>
            </a:extLst>
          </p:cNvPr>
          <p:cNvSpPr/>
          <p:nvPr/>
        </p:nvSpPr>
        <p:spPr>
          <a:xfrm>
            <a:off x="8354522" y="3570446"/>
            <a:ext cx="3299874" cy="1568983"/>
          </a:xfrm>
          <a:prstGeom prst="roundRect">
            <a:avLst>
              <a:gd name="adj" fmla="val 208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D73A82B-EA5C-1490-A359-D83BBAAACBF8}"/>
              </a:ext>
            </a:extLst>
          </p:cNvPr>
          <p:cNvSpPr/>
          <p:nvPr/>
        </p:nvSpPr>
        <p:spPr>
          <a:xfrm>
            <a:off x="8354523" y="4637153"/>
            <a:ext cx="3299874" cy="15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3A456AF2-BFAF-6BCD-A6C6-273595DCDC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70" t="30644" r="4473" b="13803"/>
          <a:stretch>
            <a:fillRect/>
          </a:stretch>
        </p:blipFill>
        <p:spPr>
          <a:xfrm>
            <a:off x="3837478" y="1240781"/>
            <a:ext cx="5851564" cy="4594019"/>
          </a:xfrm>
          <a:custGeom>
            <a:avLst/>
            <a:gdLst>
              <a:gd name="connsiteX0" fmla="*/ 32666 w 3299875"/>
              <a:gd name="connsiteY0" fmla="*/ 0 h 2590707"/>
              <a:gd name="connsiteX1" fmla="*/ 3267208 w 3299875"/>
              <a:gd name="connsiteY1" fmla="*/ 0 h 2590707"/>
              <a:gd name="connsiteX2" fmla="*/ 3299874 w 3299875"/>
              <a:gd name="connsiteY2" fmla="*/ 32666 h 2590707"/>
              <a:gd name="connsiteX3" fmla="*/ 3299874 w 3299875"/>
              <a:gd name="connsiteY3" fmla="*/ 1066707 h 2590707"/>
              <a:gd name="connsiteX4" fmla="*/ 3299875 w 3299875"/>
              <a:gd name="connsiteY4" fmla="*/ 1066707 h 2590707"/>
              <a:gd name="connsiteX5" fmla="*/ 3299875 w 3299875"/>
              <a:gd name="connsiteY5" fmla="*/ 2590707 h 2590707"/>
              <a:gd name="connsiteX6" fmla="*/ 1 w 3299875"/>
              <a:gd name="connsiteY6" fmla="*/ 2590707 h 2590707"/>
              <a:gd name="connsiteX7" fmla="*/ 1 w 3299875"/>
              <a:gd name="connsiteY7" fmla="*/ 1536319 h 2590707"/>
              <a:gd name="connsiteX8" fmla="*/ 0 w 3299875"/>
              <a:gd name="connsiteY8" fmla="*/ 1536317 h 2590707"/>
              <a:gd name="connsiteX9" fmla="*/ 0 w 3299875"/>
              <a:gd name="connsiteY9" fmla="*/ 32666 h 2590707"/>
              <a:gd name="connsiteX10" fmla="*/ 32666 w 3299875"/>
              <a:gd name="connsiteY10" fmla="*/ 0 h 259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9875" h="2590707">
                <a:moveTo>
                  <a:pt x="32666" y="0"/>
                </a:moveTo>
                <a:lnTo>
                  <a:pt x="3267208" y="0"/>
                </a:lnTo>
                <a:cubicBezTo>
                  <a:pt x="3285249" y="0"/>
                  <a:pt x="3299874" y="14625"/>
                  <a:pt x="3299874" y="32666"/>
                </a:cubicBezTo>
                <a:lnTo>
                  <a:pt x="3299874" y="1066707"/>
                </a:lnTo>
                <a:lnTo>
                  <a:pt x="3299875" y="1066707"/>
                </a:lnTo>
                <a:lnTo>
                  <a:pt x="3299875" y="2590707"/>
                </a:lnTo>
                <a:lnTo>
                  <a:pt x="1" y="2590707"/>
                </a:lnTo>
                <a:lnTo>
                  <a:pt x="1" y="1536319"/>
                </a:lnTo>
                <a:lnTo>
                  <a:pt x="0" y="1536317"/>
                </a:ln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CF98FD8-324F-2767-F11B-A50146D82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97" t="30622" r="29497" b="66520"/>
          <a:stretch>
            <a:fillRect/>
          </a:stretch>
        </p:blipFill>
        <p:spPr>
          <a:xfrm>
            <a:off x="2725715" y="193264"/>
            <a:ext cx="724777" cy="236844"/>
          </a:xfrm>
          <a:custGeom>
            <a:avLst/>
            <a:gdLst>
              <a:gd name="connsiteX0" fmla="*/ 0 w 663753"/>
              <a:gd name="connsiteY0" fmla="*/ 0 h 236844"/>
              <a:gd name="connsiteX1" fmla="*/ 663753 w 663753"/>
              <a:gd name="connsiteY1" fmla="*/ 0 h 236844"/>
              <a:gd name="connsiteX2" fmla="*/ 663753 w 663753"/>
              <a:gd name="connsiteY2" fmla="*/ 236844 h 236844"/>
              <a:gd name="connsiteX3" fmla="*/ 0 w 663753"/>
              <a:gd name="connsiteY3" fmla="*/ 236844 h 23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753" h="236844">
                <a:moveTo>
                  <a:pt x="0" y="0"/>
                </a:moveTo>
                <a:lnTo>
                  <a:pt x="663753" y="0"/>
                </a:lnTo>
                <a:lnTo>
                  <a:pt x="663753" y="236844"/>
                </a:lnTo>
                <a:lnTo>
                  <a:pt x="0" y="236844"/>
                </a:lnTo>
                <a:close/>
              </a:path>
            </a:pathLst>
          </a:custGeom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DDF8A7F-C1D2-195A-013D-845240DA52D2}"/>
              </a:ext>
            </a:extLst>
          </p:cNvPr>
          <p:cNvSpPr/>
          <p:nvPr/>
        </p:nvSpPr>
        <p:spPr>
          <a:xfrm>
            <a:off x="1865693" y="1553256"/>
            <a:ext cx="756957" cy="4140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6093AD0-B86C-0638-C5CE-150608D74CA7}"/>
              </a:ext>
            </a:extLst>
          </p:cNvPr>
          <p:cNvSpPr/>
          <p:nvPr/>
        </p:nvSpPr>
        <p:spPr>
          <a:xfrm>
            <a:off x="3837478" y="2079508"/>
            <a:ext cx="5690180" cy="35620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197187FD-A4F9-367E-A9D7-78B368588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41" t="30644" r="16540" b="66594"/>
          <a:stretch>
            <a:fillRect/>
          </a:stretch>
        </p:blipFill>
        <p:spPr>
          <a:xfrm>
            <a:off x="6389880" y="1243114"/>
            <a:ext cx="746760" cy="228415"/>
          </a:xfrm>
          <a:custGeom>
            <a:avLst/>
            <a:gdLst>
              <a:gd name="connsiteX0" fmla="*/ 0 w 746760"/>
              <a:gd name="connsiteY0" fmla="*/ 0 h 228415"/>
              <a:gd name="connsiteX1" fmla="*/ 746760 w 746760"/>
              <a:gd name="connsiteY1" fmla="*/ 0 h 228415"/>
              <a:gd name="connsiteX2" fmla="*/ 746760 w 746760"/>
              <a:gd name="connsiteY2" fmla="*/ 228415 h 228415"/>
              <a:gd name="connsiteX3" fmla="*/ 0 w 746760"/>
              <a:gd name="connsiteY3" fmla="*/ 228415 h 22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760" h="228415">
                <a:moveTo>
                  <a:pt x="0" y="0"/>
                </a:moveTo>
                <a:lnTo>
                  <a:pt x="746760" y="0"/>
                </a:lnTo>
                <a:lnTo>
                  <a:pt x="746760" y="228415"/>
                </a:lnTo>
                <a:lnTo>
                  <a:pt x="0" y="228415"/>
                </a:lnTo>
                <a:close/>
              </a:path>
            </a:pathLst>
          </a:cu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AF42A5DA-1A12-E529-ADA2-567991620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70" t="83675" r="4473" b="13803"/>
          <a:stretch>
            <a:fillRect/>
          </a:stretch>
        </p:blipFill>
        <p:spPr>
          <a:xfrm>
            <a:off x="6096000" y="119096"/>
            <a:ext cx="5851564" cy="208578"/>
          </a:xfrm>
          <a:custGeom>
            <a:avLst/>
            <a:gdLst>
              <a:gd name="connsiteX0" fmla="*/ 32666 w 3299875"/>
              <a:gd name="connsiteY0" fmla="*/ 0 h 2590707"/>
              <a:gd name="connsiteX1" fmla="*/ 3267208 w 3299875"/>
              <a:gd name="connsiteY1" fmla="*/ 0 h 2590707"/>
              <a:gd name="connsiteX2" fmla="*/ 3299874 w 3299875"/>
              <a:gd name="connsiteY2" fmla="*/ 32666 h 2590707"/>
              <a:gd name="connsiteX3" fmla="*/ 3299874 w 3299875"/>
              <a:gd name="connsiteY3" fmla="*/ 1066707 h 2590707"/>
              <a:gd name="connsiteX4" fmla="*/ 3299875 w 3299875"/>
              <a:gd name="connsiteY4" fmla="*/ 1066707 h 2590707"/>
              <a:gd name="connsiteX5" fmla="*/ 3299875 w 3299875"/>
              <a:gd name="connsiteY5" fmla="*/ 2590707 h 2590707"/>
              <a:gd name="connsiteX6" fmla="*/ 1 w 3299875"/>
              <a:gd name="connsiteY6" fmla="*/ 2590707 h 2590707"/>
              <a:gd name="connsiteX7" fmla="*/ 1 w 3299875"/>
              <a:gd name="connsiteY7" fmla="*/ 1536319 h 2590707"/>
              <a:gd name="connsiteX8" fmla="*/ 0 w 3299875"/>
              <a:gd name="connsiteY8" fmla="*/ 1536317 h 2590707"/>
              <a:gd name="connsiteX9" fmla="*/ 0 w 3299875"/>
              <a:gd name="connsiteY9" fmla="*/ 32666 h 2590707"/>
              <a:gd name="connsiteX10" fmla="*/ 32666 w 3299875"/>
              <a:gd name="connsiteY10" fmla="*/ 0 h 259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9875" h="2590707">
                <a:moveTo>
                  <a:pt x="32666" y="0"/>
                </a:moveTo>
                <a:lnTo>
                  <a:pt x="3267208" y="0"/>
                </a:lnTo>
                <a:cubicBezTo>
                  <a:pt x="3285249" y="0"/>
                  <a:pt x="3299874" y="14625"/>
                  <a:pt x="3299874" y="32666"/>
                </a:cubicBezTo>
                <a:lnTo>
                  <a:pt x="3299874" y="1066707"/>
                </a:lnTo>
                <a:lnTo>
                  <a:pt x="3299875" y="1066707"/>
                </a:lnTo>
                <a:lnTo>
                  <a:pt x="3299875" y="2590707"/>
                </a:lnTo>
                <a:lnTo>
                  <a:pt x="1" y="2590707"/>
                </a:lnTo>
                <a:lnTo>
                  <a:pt x="1" y="1536319"/>
                </a:lnTo>
                <a:lnTo>
                  <a:pt x="0" y="1536317"/>
                </a:ln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11792D96-4F41-87C2-5C6C-1866A6F8F5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58" t="83752" r="12573" b="13911"/>
          <a:stretch>
            <a:fillRect/>
          </a:stretch>
        </p:blipFill>
        <p:spPr>
          <a:xfrm>
            <a:off x="4052857" y="5626684"/>
            <a:ext cx="4469254" cy="208800"/>
          </a:xfrm>
          <a:custGeom>
            <a:avLst/>
            <a:gdLst>
              <a:gd name="connsiteX0" fmla="*/ 32666 w 3299875"/>
              <a:gd name="connsiteY0" fmla="*/ 0 h 2590707"/>
              <a:gd name="connsiteX1" fmla="*/ 3267208 w 3299875"/>
              <a:gd name="connsiteY1" fmla="*/ 0 h 2590707"/>
              <a:gd name="connsiteX2" fmla="*/ 3299874 w 3299875"/>
              <a:gd name="connsiteY2" fmla="*/ 32666 h 2590707"/>
              <a:gd name="connsiteX3" fmla="*/ 3299874 w 3299875"/>
              <a:gd name="connsiteY3" fmla="*/ 1066707 h 2590707"/>
              <a:gd name="connsiteX4" fmla="*/ 3299875 w 3299875"/>
              <a:gd name="connsiteY4" fmla="*/ 1066707 h 2590707"/>
              <a:gd name="connsiteX5" fmla="*/ 3299875 w 3299875"/>
              <a:gd name="connsiteY5" fmla="*/ 2590707 h 2590707"/>
              <a:gd name="connsiteX6" fmla="*/ 1 w 3299875"/>
              <a:gd name="connsiteY6" fmla="*/ 2590707 h 2590707"/>
              <a:gd name="connsiteX7" fmla="*/ 1 w 3299875"/>
              <a:gd name="connsiteY7" fmla="*/ 1536319 h 2590707"/>
              <a:gd name="connsiteX8" fmla="*/ 0 w 3299875"/>
              <a:gd name="connsiteY8" fmla="*/ 1536317 h 2590707"/>
              <a:gd name="connsiteX9" fmla="*/ 0 w 3299875"/>
              <a:gd name="connsiteY9" fmla="*/ 32666 h 2590707"/>
              <a:gd name="connsiteX10" fmla="*/ 32666 w 3299875"/>
              <a:gd name="connsiteY10" fmla="*/ 0 h 259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9875" h="2590707">
                <a:moveTo>
                  <a:pt x="32666" y="0"/>
                </a:moveTo>
                <a:lnTo>
                  <a:pt x="3267208" y="0"/>
                </a:lnTo>
                <a:cubicBezTo>
                  <a:pt x="3285249" y="0"/>
                  <a:pt x="3299874" y="14625"/>
                  <a:pt x="3299874" y="32666"/>
                </a:cubicBezTo>
                <a:lnTo>
                  <a:pt x="3299874" y="1066707"/>
                </a:lnTo>
                <a:lnTo>
                  <a:pt x="3299875" y="1066707"/>
                </a:lnTo>
                <a:lnTo>
                  <a:pt x="3299875" y="2590707"/>
                </a:lnTo>
                <a:lnTo>
                  <a:pt x="1" y="2590707"/>
                </a:lnTo>
                <a:lnTo>
                  <a:pt x="1" y="1536319"/>
                </a:lnTo>
                <a:lnTo>
                  <a:pt x="0" y="1536317"/>
                </a:ln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9153B9D1-C82B-3542-2597-14D72FF89F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22" t="84156" r="8132" b="13803"/>
          <a:stretch>
            <a:fillRect/>
          </a:stretch>
        </p:blipFill>
        <p:spPr>
          <a:xfrm rot="16200000">
            <a:off x="8450961" y="3212097"/>
            <a:ext cx="2314781" cy="168803"/>
          </a:xfrm>
          <a:custGeom>
            <a:avLst/>
            <a:gdLst>
              <a:gd name="connsiteX0" fmla="*/ 0 w 1949568"/>
              <a:gd name="connsiteY0" fmla="*/ 84401 h 168803"/>
              <a:gd name="connsiteX1" fmla="*/ 0 w 1949568"/>
              <a:gd name="connsiteY1" fmla="*/ 84402 h 168803"/>
              <a:gd name="connsiteX2" fmla="*/ 0 w 1949568"/>
              <a:gd name="connsiteY2" fmla="*/ 84402 h 168803"/>
              <a:gd name="connsiteX3" fmla="*/ 84402 w 1949568"/>
              <a:gd name="connsiteY3" fmla="*/ 0 h 168803"/>
              <a:gd name="connsiteX4" fmla="*/ 1865166 w 1949568"/>
              <a:gd name="connsiteY4" fmla="*/ 0 h 168803"/>
              <a:gd name="connsiteX5" fmla="*/ 1949568 w 1949568"/>
              <a:gd name="connsiteY5" fmla="*/ 84402 h 168803"/>
              <a:gd name="connsiteX6" fmla="*/ 1949567 w 1949568"/>
              <a:gd name="connsiteY6" fmla="*/ 84402 h 168803"/>
              <a:gd name="connsiteX7" fmla="*/ 1898018 w 1949568"/>
              <a:gd name="connsiteY7" fmla="*/ 162172 h 168803"/>
              <a:gd name="connsiteX8" fmla="*/ 1865170 w 1949568"/>
              <a:gd name="connsiteY8" fmla="*/ 168803 h 168803"/>
              <a:gd name="connsiteX9" fmla="*/ 84402 w 1949568"/>
              <a:gd name="connsiteY9" fmla="*/ 168803 h 168803"/>
              <a:gd name="connsiteX10" fmla="*/ 6633 w 1949568"/>
              <a:gd name="connsiteY10" fmla="*/ 117254 h 168803"/>
              <a:gd name="connsiteX11" fmla="*/ 0 w 1949568"/>
              <a:gd name="connsiteY11" fmla="*/ 84402 h 168803"/>
              <a:gd name="connsiteX12" fmla="*/ 6633 w 1949568"/>
              <a:gd name="connsiteY12" fmla="*/ 51549 h 168803"/>
              <a:gd name="connsiteX13" fmla="*/ 84402 w 1949568"/>
              <a:gd name="connsiteY13" fmla="*/ 0 h 16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49568" h="168803">
                <a:moveTo>
                  <a:pt x="0" y="84401"/>
                </a:moveTo>
                <a:lnTo>
                  <a:pt x="0" y="84402"/>
                </a:lnTo>
                <a:lnTo>
                  <a:pt x="0" y="84402"/>
                </a:lnTo>
                <a:close/>
                <a:moveTo>
                  <a:pt x="84402" y="0"/>
                </a:moveTo>
                <a:lnTo>
                  <a:pt x="1865166" y="0"/>
                </a:lnTo>
                <a:cubicBezTo>
                  <a:pt x="1911780" y="0"/>
                  <a:pt x="1949568" y="37788"/>
                  <a:pt x="1949568" y="84402"/>
                </a:cubicBezTo>
                <a:lnTo>
                  <a:pt x="1949567" y="84402"/>
                </a:lnTo>
                <a:cubicBezTo>
                  <a:pt x="1949567" y="119363"/>
                  <a:pt x="1928311" y="149359"/>
                  <a:pt x="1898018" y="162172"/>
                </a:cubicBezTo>
                <a:lnTo>
                  <a:pt x="1865170" y="168803"/>
                </a:lnTo>
                <a:lnTo>
                  <a:pt x="84402" y="168803"/>
                </a:lnTo>
                <a:cubicBezTo>
                  <a:pt x="49442" y="168803"/>
                  <a:pt x="19446" y="147548"/>
                  <a:pt x="6633" y="117254"/>
                </a:cubicBezTo>
                <a:lnTo>
                  <a:pt x="0" y="84402"/>
                </a:lnTo>
                <a:lnTo>
                  <a:pt x="6633" y="51549"/>
                </a:lnTo>
                <a:cubicBezTo>
                  <a:pt x="19446" y="21256"/>
                  <a:pt x="49442" y="0"/>
                  <a:pt x="84402" y="0"/>
                </a:cubicBezTo>
                <a:close/>
              </a:path>
            </a:pathLst>
          </a:cu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51119909-EEC5-9F64-9A91-D1EED64F02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22" t="84156" r="8132" b="13803"/>
          <a:stretch>
            <a:fillRect/>
          </a:stretch>
        </p:blipFill>
        <p:spPr>
          <a:xfrm rot="5400000" flipV="1">
            <a:off x="8448708" y="4110424"/>
            <a:ext cx="2314781" cy="168803"/>
          </a:xfrm>
          <a:custGeom>
            <a:avLst/>
            <a:gdLst>
              <a:gd name="connsiteX0" fmla="*/ 0 w 1949568"/>
              <a:gd name="connsiteY0" fmla="*/ 84401 h 168803"/>
              <a:gd name="connsiteX1" fmla="*/ 0 w 1949568"/>
              <a:gd name="connsiteY1" fmla="*/ 84402 h 168803"/>
              <a:gd name="connsiteX2" fmla="*/ 0 w 1949568"/>
              <a:gd name="connsiteY2" fmla="*/ 84402 h 168803"/>
              <a:gd name="connsiteX3" fmla="*/ 84402 w 1949568"/>
              <a:gd name="connsiteY3" fmla="*/ 0 h 168803"/>
              <a:gd name="connsiteX4" fmla="*/ 1865166 w 1949568"/>
              <a:gd name="connsiteY4" fmla="*/ 0 h 168803"/>
              <a:gd name="connsiteX5" fmla="*/ 1949568 w 1949568"/>
              <a:gd name="connsiteY5" fmla="*/ 84402 h 168803"/>
              <a:gd name="connsiteX6" fmla="*/ 1949567 w 1949568"/>
              <a:gd name="connsiteY6" fmla="*/ 84402 h 168803"/>
              <a:gd name="connsiteX7" fmla="*/ 1898018 w 1949568"/>
              <a:gd name="connsiteY7" fmla="*/ 162172 h 168803"/>
              <a:gd name="connsiteX8" fmla="*/ 1865170 w 1949568"/>
              <a:gd name="connsiteY8" fmla="*/ 168803 h 168803"/>
              <a:gd name="connsiteX9" fmla="*/ 84402 w 1949568"/>
              <a:gd name="connsiteY9" fmla="*/ 168803 h 168803"/>
              <a:gd name="connsiteX10" fmla="*/ 6633 w 1949568"/>
              <a:gd name="connsiteY10" fmla="*/ 117254 h 168803"/>
              <a:gd name="connsiteX11" fmla="*/ 0 w 1949568"/>
              <a:gd name="connsiteY11" fmla="*/ 84402 h 168803"/>
              <a:gd name="connsiteX12" fmla="*/ 6633 w 1949568"/>
              <a:gd name="connsiteY12" fmla="*/ 51549 h 168803"/>
              <a:gd name="connsiteX13" fmla="*/ 84402 w 1949568"/>
              <a:gd name="connsiteY13" fmla="*/ 0 h 16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49568" h="168803">
                <a:moveTo>
                  <a:pt x="0" y="84401"/>
                </a:moveTo>
                <a:lnTo>
                  <a:pt x="0" y="84402"/>
                </a:lnTo>
                <a:lnTo>
                  <a:pt x="0" y="84402"/>
                </a:lnTo>
                <a:close/>
                <a:moveTo>
                  <a:pt x="84402" y="0"/>
                </a:moveTo>
                <a:lnTo>
                  <a:pt x="1865166" y="0"/>
                </a:lnTo>
                <a:cubicBezTo>
                  <a:pt x="1911780" y="0"/>
                  <a:pt x="1949568" y="37788"/>
                  <a:pt x="1949568" y="84402"/>
                </a:cubicBezTo>
                <a:lnTo>
                  <a:pt x="1949567" y="84402"/>
                </a:lnTo>
                <a:cubicBezTo>
                  <a:pt x="1949567" y="119363"/>
                  <a:pt x="1928311" y="149359"/>
                  <a:pt x="1898018" y="162172"/>
                </a:cubicBezTo>
                <a:lnTo>
                  <a:pt x="1865170" y="168803"/>
                </a:lnTo>
                <a:lnTo>
                  <a:pt x="84402" y="168803"/>
                </a:lnTo>
                <a:cubicBezTo>
                  <a:pt x="49442" y="168803"/>
                  <a:pt x="19446" y="147548"/>
                  <a:pt x="6633" y="117254"/>
                </a:cubicBezTo>
                <a:lnTo>
                  <a:pt x="0" y="84402"/>
                </a:lnTo>
                <a:lnTo>
                  <a:pt x="6633" y="51549"/>
                </a:lnTo>
                <a:cubicBezTo>
                  <a:pt x="19446" y="21256"/>
                  <a:pt x="49442" y="0"/>
                  <a:pt x="8440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84970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5439D983-4F08-5161-42F3-C33E2F06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922" y="279935"/>
            <a:ext cx="5854700" cy="46101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29E89A3-A84E-4355-D7C5-5871708E1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 b="1"/>
          <a:stretch>
            <a:fillRect/>
          </a:stretch>
        </p:blipFill>
        <p:spPr>
          <a:xfrm>
            <a:off x="91440" y="503678"/>
            <a:ext cx="5854700" cy="4386357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BBBC188-8921-E308-E0C8-FB5A6C743B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rcRect b="94333"/>
          <a:stretch>
            <a:fillRect/>
          </a:stretch>
        </p:blipFill>
        <p:spPr>
          <a:xfrm>
            <a:off x="91440" y="279935"/>
            <a:ext cx="5854700" cy="261257"/>
          </a:xfrm>
          <a:custGeom>
            <a:avLst/>
            <a:gdLst>
              <a:gd name="connsiteX0" fmla="*/ 0 w 5854700"/>
              <a:gd name="connsiteY0" fmla="*/ 0 h 261257"/>
              <a:gd name="connsiteX1" fmla="*/ 5854700 w 5854700"/>
              <a:gd name="connsiteY1" fmla="*/ 0 h 261257"/>
              <a:gd name="connsiteX2" fmla="*/ 5854700 w 5854700"/>
              <a:gd name="connsiteY2" fmla="*/ 261257 h 261257"/>
              <a:gd name="connsiteX3" fmla="*/ 0 w 5854700"/>
              <a:gd name="connsiteY3" fmla="*/ 261257 h 26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4700" h="261257">
                <a:moveTo>
                  <a:pt x="0" y="0"/>
                </a:moveTo>
                <a:lnTo>
                  <a:pt x="5854700" y="0"/>
                </a:lnTo>
                <a:lnTo>
                  <a:pt x="5854700" y="261257"/>
                </a:lnTo>
                <a:lnTo>
                  <a:pt x="0" y="261257"/>
                </a:lnTo>
                <a:close/>
              </a:path>
            </a:pathLst>
          </a:cu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755184D-66B7-208A-ABD1-EBA1BBEE60E2}"/>
              </a:ext>
            </a:extLst>
          </p:cNvPr>
          <p:cNvSpPr/>
          <p:nvPr/>
        </p:nvSpPr>
        <p:spPr>
          <a:xfrm>
            <a:off x="5283453" y="1352447"/>
            <a:ext cx="376265" cy="3434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D30E5617-E8B1-D508-87CB-54190B63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90" t="5371" b="86293"/>
          <a:stretch>
            <a:fillRect/>
          </a:stretch>
        </p:blipFill>
        <p:spPr>
          <a:xfrm>
            <a:off x="7623907" y="571542"/>
            <a:ext cx="3728891" cy="384300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2E811AA-425E-8D0B-63D7-8DBEB39CE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90" t="5371" b="86293"/>
          <a:stretch>
            <a:fillRect/>
          </a:stretch>
        </p:blipFill>
        <p:spPr>
          <a:xfrm>
            <a:off x="6137841" y="529141"/>
            <a:ext cx="1323663" cy="3843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8F778054-CDCE-0020-3E0D-89D5BD4F5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" t="6556" r="91058" b="85993"/>
          <a:stretch>
            <a:fillRect/>
          </a:stretch>
        </p:blipFill>
        <p:spPr>
          <a:xfrm>
            <a:off x="7857428" y="5630760"/>
            <a:ext cx="376265" cy="343485"/>
          </a:xfrm>
          <a:custGeom>
            <a:avLst/>
            <a:gdLst>
              <a:gd name="connsiteX0" fmla="*/ 0 w 376265"/>
              <a:gd name="connsiteY0" fmla="*/ 0 h 343485"/>
              <a:gd name="connsiteX1" fmla="*/ 376265 w 376265"/>
              <a:gd name="connsiteY1" fmla="*/ 0 h 343485"/>
              <a:gd name="connsiteX2" fmla="*/ 376265 w 376265"/>
              <a:gd name="connsiteY2" fmla="*/ 343485 h 343485"/>
              <a:gd name="connsiteX3" fmla="*/ 0 w 376265"/>
              <a:gd name="connsiteY3" fmla="*/ 343485 h 3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265" h="343485">
                <a:moveTo>
                  <a:pt x="0" y="0"/>
                </a:moveTo>
                <a:lnTo>
                  <a:pt x="376265" y="0"/>
                </a:lnTo>
                <a:lnTo>
                  <a:pt x="376265" y="343485"/>
                </a:lnTo>
                <a:lnTo>
                  <a:pt x="0" y="343485"/>
                </a:lnTo>
                <a:close/>
              </a:path>
            </a:pathLst>
          </a:cu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D76BE46E-127E-1E6A-45E9-855597C7CF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73" t="6683" r="75725" b="86811"/>
          <a:stretch>
            <a:fillRect/>
          </a:stretch>
        </p:blipFill>
        <p:spPr>
          <a:xfrm>
            <a:off x="8308987" y="5630760"/>
            <a:ext cx="849085" cy="299943"/>
          </a:xfrm>
          <a:custGeom>
            <a:avLst/>
            <a:gdLst>
              <a:gd name="connsiteX0" fmla="*/ 0 w 849085"/>
              <a:gd name="connsiteY0" fmla="*/ 0 h 299943"/>
              <a:gd name="connsiteX1" fmla="*/ 849085 w 849085"/>
              <a:gd name="connsiteY1" fmla="*/ 0 h 299943"/>
              <a:gd name="connsiteX2" fmla="*/ 849085 w 849085"/>
              <a:gd name="connsiteY2" fmla="*/ 299943 h 299943"/>
              <a:gd name="connsiteX3" fmla="*/ 0 w 849085"/>
              <a:gd name="connsiteY3" fmla="*/ 299943 h 299943"/>
              <a:gd name="connsiteX4" fmla="*/ 0 w 849085"/>
              <a:gd name="connsiteY4" fmla="*/ 0 h 29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085" h="299943">
                <a:moveTo>
                  <a:pt x="0" y="0"/>
                </a:moveTo>
                <a:lnTo>
                  <a:pt x="849085" y="0"/>
                </a:lnTo>
                <a:lnTo>
                  <a:pt x="849085" y="299943"/>
                </a:lnTo>
                <a:lnTo>
                  <a:pt x="0" y="299943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833A83F2-E080-78ED-14F3-25448C2D9A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05" t="6447" r="62168" b="86103"/>
          <a:stretch>
            <a:fillRect/>
          </a:stretch>
        </p:blipFill>
        <p:spPr>
          <a:xfrm>
            <a:off x="9361263" y="5587219"/>
            <a:ext cx="376265" cy="343484"/>
          </a:xfrm>
          <a:custGeom>
            <a:avLst/>
            <a:gdLst>
              <a:gd name="connsiteX0" fmla="*/ 0 w 376265"/>
              <a:gd name="connsiteY0" fmla="*/ 0 h 343484"/>
              <a:gd name="connsiteX1" fmla="*/ 376265 w 376265"/>
              <a:gd name="connsiteY1" fmla="*/ 0 h 343484"/>
              <a:gd name="connsiteX2" fmla="*/ 376265 w 376265"/>
              <a:gd name="connsiteY2" fmla="*/ 343484 h 343484"/>
              <a:gd name="connsiteX3" fmla="*/ 0 w 376265"/>
              <a:gd name="connsiteY3" fmla="*/ 343484 h 343484"/>
              <a:gd name="connsiteX4" fmla="*/ 0 w 376265"/>
              <a:gd name="connsiteY4" fmla="*/ 0 h 3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65" h="343484">
                <a:moveTo>
                  <a:pt x="0" y="0"/>
                </a:moveTo>
                <a:lnTo>
                  <a:pt x="376265" y="0"/>
                </a:lnTo>
                <a:lnTo>
                  <a:pt x="376265" y="343484"/>
                </a:lnTo>
                <a:lnTo>
                  <a:pt x="0" y="343484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DFA3FA16-AE3B-3FB7-6A33-53E7DA15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61" t="6447" r="50412" b="86103"/>
          <a:stretch>
            <a:fillRect/>
          </a:stretch>
        </p:blipFill>
        <p:spPr>
          <a:xfrm>
            <a:off x="9888116" y="5587219"/>
            <a:ext cx="376265" cy="343484"/>
          </a:xfrm>
          <a:custGeom>
            <a:avLst/>
            <a:gdLst>
              <a:gd name="connsiteX0" fmla="*/ 0 w 376265"/>
              <a:gd name="connsiteY0" fmla="*/ 0 h 343484"/>
              <a:gd name="connsiteX1" fmla="*/ 376265 w 376265"/>
              <a:gd name="connsiteY1" fmla="*/ 0 h 343484"/>
              <a:gd name="connsiteX2" fmla="*/ 376265 w 376265"/>
              <a:gd name="connsiteY2" fmla="*/ 343484 h 343484"/>
              <a:gd name="connsiteX3" fmla="*/ 0 w 376265"/>
              <a:gd name="connsiteY3" fmla="*/ 343484 h 343484"/>
              <a:gd name="connsiteX4" fmla="*/ 0 w 376265"/>
              <a:gd name="connsiteY4" fmla="*/ 0 h 3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65" h="343484">
                <a:moveTo>
                  <a:pt x="0" y="0"/>
                </a:moveTo>
                <a:lnTo>
                  <a:pt x="376265" y="0"/>
                </a:lnTo>
                <a:lnTo>
                  <a:pt x="376265" y="343484"/>
                </a:lnTo>
                <a:lnTo>
                  <a:pt x="0" y="343484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58AAA598-522E-A046-E80D-B8FBDF90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75" t="6447" r="38098" b="86103"/>
          <a:stretch>
            <a:fillRect/>
          </a:stretch>
        </p:blipFill>
        <p:spPr>
          <a:xfrm>
            <a:off x="10460745" y="5587219"/>
            <a:ext cx="376265" cy="343484"/>
          </a:xfrm>
          <a:custGeom>
            <a:avLst/>
            <a:gdLst>
              <a:gd name="connsiteX0" fmla="*/ 0 w 376265"/>
              <a:gd name="connsiteY0" fmla="*/ 0 h 343484"/>
              <a:gd name="connsiteX1" fmla="*/ 376265 w 376265"/>
              <a:gd name="connsiteY1" fmla="*/ 0 h 343484"/>
              <a:gd name="connsiteX2" fmla="*/ 376265 w 376265"/>
              <a:gd name="connsiteY2" fmla="*/ 343484 h 343484"/>
              <a:gd name="connsiteX3" fmla="*/ 0 w 376265"/>
              <a:gd name="connsiteY3" fmla="*/ 343484 h 343484"/>
              <a:gd name="connsiteX4" fmla="*/ 0 w 376265"/>
              <a:gd name="connsiteY4" fmla="*/ 0 h 3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65" h="343484">
                <a:moveTo>
                  <a:pt x="0" y="0"/>
                </a:moveTo>
                <a:lnTo>
                  <a:pt x="376265" y="0"/>
                </a:lnTo>
                <a:lnTo>
                  <a:pt x="376265" y="343484"/>
                </a:lnTo>
                <a:lnTo>
                  <a:pt x="0" y="343484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7246A137-F771-2131-FE41-9B4F17C8F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103" t="6447" r="21503" b="86428"/>
          <a:stretch>
            <a:fillRect/>
          </a:stretch>
        </p:blipFill>
        <p:spPr>
          <a:xfrm>
            <a:off x="11033374" y="5587219"/>
            <a:ext cx="432887" cy="328512"/>
          </a:xfrm>
          <a:custGeom>
            <a:avLst/>
            <a:gdLst>
              <a:gd name="connsiteX0" fmla="*/ 0 w 376265"/>
              <a:gd name="connsiteY0" fmla="*/ 0 h 328512"/>
              <a:gd name="connsiteX1" fmla="*/ 376265 w 376265"/>
              <a:gd name="connsiteY1" fmla="*/ 0 h 328512"/>
              <a:gd name="connsiteX2" fmla="*/ 376265 w 376265"/>
              <a:gd name="connsiteY2" fmla="*/ 328512 h 328512"/>
              <a:gd name="connsiteX3" fmla="*/ 0 w 376265"/>
              <a:gd name="connsiteY3" fmla="*/ 328512 h 328512"/>
              <a:gd name="connsiteX4" fmla="*/ 0 w 376265"/>
              <a:gd name="connsiteY4" fmla="*/ 0 h 32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65" h="328512">
                <a:moveTo>
                  <a:pt x="0" y="0"/>
                </a:moveTo>
                <a:lnTo>
                  <a:pt x="376265" y="0"/>
                </a:lnTo>
                <a:lnTo>
                  <a:pt x="376265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2CD302FC-D17D-E09F-C5F8-52EEED381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103" t="6122" r="22470" b="93553"/>
          <a:stretch>
            <a:fillRect/>
          </a:stretch>
        </p:blipFill>
        <p:spPr>
          <a:xfrm>
            <a:off x="10385774" y="1369611"/>
            <a:ext cx="376265" cy="14973"/>
          </a:xfrm>
          <a:custGeom>
            <a:avLst/>
            <a:gdLst>
              <a:gd name="connsiteX0" fmla="*/ 0 w 376265"/>
              <a:gd name="connsiteY0" fmla="*/ 0 h 14973"/>
              <a:gd name="connsiteX1" fmla="*/ 376265 w 376265"/>
              <a:gd name="connsiteY1" fmla="*/ 0 h 14973"/>
              <a:gd name="connsiteX2" fmla="*/ 376265 w 376265"/>
              <a:gd name="connsiteY2" fmla="*/ 14973 h 14973"/>
              <a:gd name="connsiteX3" fmla="*/ 0 w 376265"/>
              <a:gd name="connsiteY3" fmla="*/ 14973 h 14973"/>
              <a:gd name="connsiteX4" fmla="*/ 0 w 376265"/>
              <a:gd name="connsiteY4" fmla="*/ 0 h 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65" h="14973">
                <a:moveTo>
                  <a:pt x="0" y="0"/>
                </a:moveTo>
                <a:lnTo>
                  <a:pt x="376265" y="0"/>
                </a:lnTo>
                <a:lnTo>
                  <a:pt x="376265" y="14973"/>
                </a:lnTo>
                <a:lnTo>
                  <a:pt x="0" y="14973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3CB221EB-EAA5-9890-6C4D-24855E26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90" t="5371" b="86293"/>
          <a:stretch>
            <a:fillRect/>
          </a:stretch>
        </p:blipFill>
        <p:spPr>
          <a:xfrm>
            <a:off x="1670815" y="521051"/>
            <a:ext cx="3664880" cy="384300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CE21D59A-1D71-4C50-C550-3CFEDEB914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21" t="6040" r="20451" b="85624"/>
          <a:stretch>
            <a:fillRect/>
          </a:stretch>
        </p:blipFill>
        <p:spPr>
          <a:xfrm>
            <a:off x="4678370" y="5385427"/>
            <a:ext cx="2975867" cy="384301"/>
          </a:xfrm>
          <a:custGeom>
            <a:avLst/>
            <a:gdLst>
              <a:gd name="connsiteX0" fmla="*/ 0 w 2975867"/>
              <a:gd name="connsiteY0" fmla="*/ 0 h 439006"/>
              <a:gd name="connsiteX1" fmla="*/ 2975867 w 2975867"/>
              <a:gd name="connsiteY1" fmla="*/ 0 h 439006"/>
              <a:gd name="connsiteX2" fmla="*/ 2975867 w 2975867"/>
              <a:gd name="connsiteY2" fmla="*/ 439006 h 439006"/>
              <a:gd name="connsiteX3" fmla="*/ 0 w 2975867"/>
              <a:gd name="connsiteY3" fmla="*/ 439006 h 439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867" h="439006">
                <a:moveTo>
                  <a:pt x="0" y="0"/>
                </a:moveTo>
                <a:lnTo>
                  <a:pt x="2975867" y="0"/>
                </a:lnTo>
                <a:lnTo>
                  <a:pt x="2975867" y="439006"/>
                </a:lnTo>
                <a:lnTo>
                  <a:pt x="0" y="439006"/>
                </a:lnTo>
                <a:close/>
              </a:path>
            </a:pathLst>
          </a:cu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771A1397-5799-7385-5A20-0EA1B616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89" t="6116" r="20382" b="85548"/>
          <a:stretch>
            <a:fillRect/>
          </a:stretch>
        </p:blipFill>
        <p:spPr>
          <a:xfrm>
            <a:off x="4678370" y="5896549"/>
            <a:ext cx="2975867" cy="384301"/>
          </a:xfrm>
          <a:custGeom>
            <a:avLst/>
            <a:gdLst>
              <a:gd name="connsiteX0" fmla="*/ 0 w 2975867"/>
              <a:gd name="connsiteY0" fmla="*/ 0 h 384301"/>
              <a:gd name="connsiteX1" fmla="*/ 2975867 w 2975867"/>
              <a:gd name="connsiteY1" fmla="*/ 0 h 384301"/>
              <a:gd name="connsiteX2" fmla="*/ 2975867 w 2975867"/>
              <a:gd name="connsiteY2" fmla="*/ 384301 h 384301"/>
              <a:gd name="connsiteX3" fmla="*/ 0 w 2975867"/>
              <a:gd name="connsiteY3" fmla="*/ 384301 h 384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5867" h="384301">
                <a:moveTo>
                  <a:pt x="0" y="0"/>
                </a:moveTo>
                <a:lnTo>
                  <a:pt x="2975867" y="0"/>
                </a:lnTo>
                <a:lnTo>
                  <a:pt x="2975867" y="384301"/>
                </a:lnTo>
                <a:lnTo>
                  <a:pt x="0" y="384301"/>
                </a:lnTo>
                <a:close/>
              </a:path>
            </a:pathLst>
          </a:cu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E4600BC8-513A-9C6F-0F90-84632292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08" t="6468" r="75790" b="87026"/>
          <a:stretch>
            <a:fillRect/>
          </a:stretch>
        </p:blipFill>
        <p:spPr>
          <a:xfrm>
            <a:off x="713828" y="1244927"/>
            <a:ext cx="849085" cy="299943"/>
          </a:xfrm>
          <a:custGeom>
            <a:avLst/>
            <a:gdLst>
              <a:gd name="connsiteX0" fmla="*/ 0 w 849085"/>
              <a:gd name="connsiteY0" fmla="*/ 0 h 299943"/>
              <a:gd name="connsiteX1" fmla="*/ 849085 w 849085"/>
              <a:gd name="connsiteY1" fmla="*/ 0 h 299943"/>
              <a:gd name="connsiteX2" fmla="*/ 849085 w 849085"/>
              <a:gd name="connsiteY2" fmla="*/ 299943 h 299943"/>
              <a:gd name="connsiteX3" fmla="*/ 0 w 849085"/>
              <a:gd name="connsiteY3" fmla="*/ 299943 h 29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9085" h="299943">
                <a:moveTo>
                  <a:pt x="0" y="0"/>
                </a:moveTo>
                <a:lnTo>
                  <a:pt x="849085" y="0"/>
                </a:lnTo>
                <a:lnTo>
                  <a:pt x="849085" y="299943"/>
                </a:lnTo>
                <a:lnTo>
                  <a:pt x="0" y="299943"/>
                </a:lnTo>
                <a:close/>
              </a:path>
            </a:pathLst>
          </a:cu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24327474-9E79-18E1-C091-C7FA5830CA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9773" t="6683" r="75725" b="86811"/>
          <a:stretch>
            <a:fillRect/>
          </a:stretch>
        </p:blipFill>
        <p:spPr>
          <a:xfrm>
            <a:off x="1606804" y="1486112"/>
            <a:ext cx="849085" cy="299943"/>
          </a:xfrm>
          <a:custGeom>
            <a:avLst/>
            <a:gdLst>
              <a:gd name="connsiteX0" fmla="*/ 0 w 849085"/>
              <a:gd name="connsiteY0" fmla="*/ 0 h 299943"/>
              <a:gd name="connsiteX1" fmla="*/ 849085 w 849085"/>
              <a:gd name="connsiteY1" fmla="*/ 0 h 299943"/>
              <a:gd name="connsiteX2" fmla="*/ 849085 w 849085"/>
              <a:gd name="connsiteY2" fmla="*/ 299943 h 299943"/>
              <a:gd name="connsiteX3" fmla="*/ 0 w 849085"/>
              <a:gd name="connsiteY3" fmla="*/ 299943 h 299943"/>
              <a:gd name="connsiteX4" fmla="*/ 0 w 849085"/>
              <a:gd name="connsiteY4" fmla="*/ 0 h 29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085" h="299943">
                <a:moveTo>
                  <a:pt x="0" y="0"/>
                </a:moveTo>
                <a:lnTo>
                  <a:pt x="849085" y="0"/>
                </a:lnTo>
                <a:lnTo>
                  <a:pt x="849085" y="299943"/>
                </a:lnTo>
                <a:lnTo>
                  <a:pt x="0" y="299943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BB3E7AA7-DFAD-9DC1-4B7A-042871799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" t="6556" r="91058" b="85993"/>
          <a:stretch>
            <a:fillRect/>
          </a:stretch>
        </p:blipFill>
        <p:spPr>
          <a:xfrm>
            <a:off x="2783211" y="5499112"/>
            <a:ext cx="376265" cy="343485"/>
          </a:xfrm>
          <a:custGeom>
            <a:avLst/>
            <a:gdLst>
              <a:gd name="connsiteX0" fmla="*/ 0 w 376265"/>
              <a:gd name="connsiteY0" fmla="*/ 0 h 343485"/>
              <a:gd name="connsiteX1" fmla="*/ 376265 w 376265"/>
              <a:gd name="connsiteY1" fmla="*/ 0 h 343485"/>
              <a:gd name="connsiteX2" fmla="*/ 376265 w 376265"/>
              <a:gd name="connsiteY2" fmla="*/ 343485 h 343485"/>
              <a:gd name="connsiteX3" fmla="*/ 0 w 376265"/>
              <a:gd name="connsiteY3" fmla="*/ 343485 h 3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265" h="343485">
                <a:moveTo>
                  <a:pt x="0" y="0"/>
                </a:moveTo>
                <a:lnTo>
                  <a:pt x="376265" y="0"/>
                </a:lnTo>
                <a:lnTo>
                  <a:pt x="376265" y="343485"/>
                </a:lnTo>
                <a:lnTo>
                  <a:pt x="0" y="343485"/>
                </a:lnTo>
                <a:close/>
              </a:path>
            </a:pathLst>
          </a:cu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48C6702-68FA-2C58-421F-E7A22CE6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0" t="6478" r="91314" b="86071"/>
          <a:stretch>
            <a:fillRect/>
          </a:stretch>
        </p:blipFill>
        <p:spPr>
          <a:xfrm>
            <a:off x="7857428" y="6017108"/>
            <a:ext cx="376265" cy="343485"/>
          </a:xfrm>
          <a:custGeom>
            <a:avLst/>
            <a:gdLst>
              <a:gd name="connsiteX0" fmla="*/ 0 w 376265"/>
              <a:gd name="connsiteY0" fmla="*/ 0 h 343485"/>
              <a:gd name="connsiteX1" fmla="*/ 376265 w 376265"/>
              <a:gd name="connsiteY1" fmla="*/ 0 h 343485"/>
              <a:gd name="connsiteX2" fmla="*/ 376265 w 376265"/>
              <a:gd name="connsiteY2" fmla="*/ 343485 h 343485"/>
              <a:gd name="connsiteX3" fmla="*/ 0 w 376265"/>
              <a:gd name="connsiteY3" fmla="*/ 343485 h 3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265" h="343485">
                <a:moveTo>
                  <a:pt x="0" y="0"/>
                </a:moveTo>
                <a:lnTo>
                  <a:pt x="376265" y="0"/>
                </a:lnTo>
                <a:lnTo>
                  <a:pt x="376265" y="343485"/>
                </a:lnTo>
                <a:lnTo>
                  <a:pt x="0" y="343485"/>
                </a:lnTo>
                <a:close/>
              </a:path>
            </a:pathLst>
          </a:cu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8B27473-E40E-8619-84FF-EA582AFD7D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2515" t="6556" r="91058" b="85993"/>
          <a:stretch>
            <a:fillRect/>
          </a:stretch>
        </p:blipFill>
        <p:spPr>
          <a:xfrm>
            <a:off x="648370" y="2926812"/>
            <a:ext cx="376265" cy="343485"/>
          </a:xfrm>
          <a:custGeom>
            <a:avLst/>
            <a:gdLst>
              <a:gd name="connsiteX0" fmla="*/ 0 w 376265"/>
              <a:gd name="connsiteY0" fmla="*/ 0 h 343485"/>
              <a:gd name="connsiteX1" fmla="*/ 376265 w 376265"/>
              <a:gd name="connsiteY1" fmla="*/ 0 h 343485"/>
              <a:gd name="connsiteX2" fmla="*/ 376265 w 376265"/>
              <a:gd name="connsiteY2" fmla="*/ 343485 h 343485"/>
              <a:gd name="connsiteX3" fmla="*/ 0 w 376265"/>
              <a:gd name="connsiteY3" fmla="*/ 343485 h 3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265" h="343485">
                <a:moveTo>
                  <a:pt x="0" y="0"/>
                </a:moveTo>
                <a:lnTo>
                  <a:pt x="376265" y="0"/>
                </a:lnTo>
                <a:lnTo>
                  <a:pt x="376265" y="343485"/>
                </a:lnTo>
                <a:lnTo>
                  <a:pt x="0" y="343485"/>
                </a:lnTo>
                <a:close/>
              </a:path>
            </a:pathLst>
          </a:custGeom>
          <a:solidFill>
            <a:schemeClr val="accent1"/>
          </a:solidFill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C5945BB-D15E-4E0C-46E0-82B9B86482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90" t="5371" b="86293"/>
          <a:stretch>
            <a:fillRect/>
          </a:stretch>
        </p:blipFill>
        <p:spPr>
          <a:xfrm>
            <a:off x="202231" y="525816"/>
            <a:ext cx="1261679" cy="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5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BE8559A-E6F5-45A1-CFA8-0017422AA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05" t="6447" r="62168" b="86103"/>
          <a:stretch>
            <a:fillRect/>
          </a:stretch>
        </p:blipFill>
        <p:spPr>
          <a:xfrm>
            <a:off x="978042" y="301710"/>
            <a:ext cx="2158041" cy="1970028"/>
          </a:xfrm>
          <a:custGeom>
            <a:avLst/>
            <a:gdLst>
              <a:gd name="connsiteX0" fmla="*/ 0 w 376265"/>
              <a:gd name="connsiteY0" fmla="*/ 0 h 343484"/>
              <a:gd name="connsiteX1" fmla="*/ 376265 w 376265"/>
              <a:gd name="connsiteY1" fmla="*/ 0 h 343484"/>
              <a:gd name="connsiteX2" fmla="*/ 376265 w 376265"/>
              <a:gd name="connsiteY2" fmla="*/ 343484 h 343484"/>
              <a:gd name="connsiteX3" fmla="*/ 0 w 376265"/>
              <a:gd name="connsiteY3" fmla="*/ 343484 h 343484"/>
              <a:gd name="connsiteX4" fmla="*/ 0 w 376265"/>
              <a:gd name="connsiteY4" fmla="*/ 0 h 3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65" h="343484">
                <a:moveTo>
                  <a:pt x="0" y="0"/>
                </a:moveTo>
                <a:lnTo>
                  <a:pt x="376265" y="0"/>
                </a:lnTo>
                <a:lnTo>
                  <a:pt x="376265" y="343484"/>
                </a:lnTo>
                <a:lnTo>
                  <a:pt x="0" y="343484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E99F878-A962-6BEF-7346-3261B78EC88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100000"/>
            <a:alphaModFix amt="46000"/>
          </a:blip>
          <a:stretch>
            <a:fillRect/>
          </a:stretch>
        </p:blipFill>
        <p:spPr>
          <a:xfrm>
            <a:off x="4855753" y="578874"/>
            <a:ext cx="5854700" cy="4610100"/>
          </a:xfrm>
          <a:prstGeom prst="rect">
            <a:avLst/>
          </a:prstGeom>
          <a:effectLst>
            <a:outerShdw blurRad="541758" dir="2700000" sx="103000" sy="103000" algn="tl" rotWithShape="0">
              <a:prstClr val="black"/>
            </a:outerShdw>
          </a:effectLst>
        </p:spPr>
      </p:pic>
    </p:spTree>
    <p:extLst>
      <p:ext uri="{BB962C8B-B14F-4D97-AF65-F5344CB8AC3E}">
        <p14:creationId xmlns:p14="http://schemas.microsoft.com/office/powerpoint/2010/main" val="1109243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2C240D7-F4F1-185C-BE1C-EB4CB48E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61" t="6447" r="50412" b="86103"/>
          <a:stretch>
            <a:fillRect/>
          </a:stretch>
        </p:blipFill>
        <p:spPr>
          <a:xfrm>
            <a:off x="9433955" y="573785"/>
            <a:ext cx="2758045" cy="2517758"/>
          </a:xfrm>
          <a:custGeom>
            <a:avLst/>
            <a:gdLst>
              <a:gd name="connsiteX0" fmla="*/ 0 w 376265"/>
              <a:gd name="connsiteY0" fmla="*/ 0 h 343484"/>
              <a:gd name="connsiteX1" fmla="*/ 376265 w 376265"/>
              <a:gd name="connsiteY1" fmla="*/ 0 h 343484"/>
              <a:gd name="connsiteX2" fmla="*/ 376265 w 376265"/>
              <a:gd name="connsiteY2" fmla="*/ 343484 h 343484"/>
              <a:gd name="connsiteX3" fmla="*/ 0 w 376265"/>
              <a:gd name="connsiteY3" fmla="*/ 343484 h 343484"/>
              <a:gd name="connsiteX4" fmla="*/ 0 w 376265"/>
              <a:gd name="connsiteY4" fmla="*/ 0 h 3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65" h="343484">
                <a:moveTo>
                  <a:pt x="0" y="0"/>
                </a:moveTo>
                <a:lnTo>
                  <a:pt x="376265" y="0"/>
                </a:lnTo>
                <a:lnTo>
                  <a:pt x="376265" y="343484"/>
                </a:lnTo>
                <a:lnTo>
                  <a:pt x="0" y="343484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A7374CC-3093-1B7D-6A65-0FFD35719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551" y="3766458"/>
            <a:ext cx="1842852" cy="226336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BE60878-D685-CCAF-E724-2EA663F7F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955" y="16473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E31B31F-E656-8E1F-CC1B-E744A582B612}"/>
              </a:ext>
            </a:extLst>
          </p:cNvPr>
          <p:cNvSpPr/>
          <p:nvPr/>
        </p:nvSpPr>
        <p:spPr>
          <a:xfrm>
            <a:off x="3467100" y="192955"/>
            <a:ext cx="4023830" cy="160348"/>
          </a:xfrm>
          <a:prstGeom prst="rect">
            <a:avLst/>
          </a:prstGeom>
          <a:gradFill>
            <a:gsLst>
              <a:gs pos="100000">
                <a:srgbClr val="F4F4F4"/>
              </a:gs>
              <a:gs pos="25000">
                <a:srgbClr val="D5D5D6"/>
              </a:gs>
              <a:gs pos="54000">
                <a:srgbClr val="D9DDDC"/>
              </a:gs>
              <a:gs pos="73000">
                <a:srgbClr val="FCFCFC"/>
              </a:gs>
              <a:gs pos="0">
                <a:srgbClr val="8A8A8C"/>
              </a:gs>
            </a:gsLst>
            <a:lin ang="54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5BD41E-B222-1AE0-C995-66E6D767D23C}"/>
              </a:ext>
            </a:extLst>
          </p:cNvPr>
          <p:cNvSpPr/>
          <p:nvPr/>
        </p:nvSpPr>
        <p:spPr>
          <a:xfrm>
            <a:off x="937511" y="353303"/>
            <a:ext cx="1082883" cy="1082883"/>
          </a:xfrm>
          <a:prstGeom prst="ellipse">
            <a:avLst/>
          </a:prstGeom>
          <a:gradFill flip="none" rotWithShape="1">
            <a:gsLst>
              <a:gs pos="42000">
                <a:srgbClr val="2F6CB6"/>
              </a:gs>
              <a:gs pos="19000">
                <a:srgbClr val="264FAA"/>
              </a:gs>
            </a:gsLst>
            <a:lin ang="5400000" scaled="0"/>
            <a:tileRect/>
          </a:gradFill>
          <a:ln>
            <a:noFill/>
          </a:ln>
          <a:effectLst>
            <a:innerShdw blurRad="101600" dist="25400" dir="16200000">
              <a:prstClr val="black">
                <a:alpha val="4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6C2FDF-28F6-AFF2-BDD2-D69DE4659939}"/>
              </a:ext>
            </a:extLst>
          </p:cNvPr>
          <p:cNvSpPr/>
          <p:nvPr/>
        </p:nvSpPr>
        <p:spPr>
          <a:xfrm>
            <a:off x="1016178" y="375349"/>
            <a:ext cx="925548" cy="743052"/>
          </a:xfrm>
          <a:prstGeom prst="ellipse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5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2DABF-0A6D-E7C9-74CF-B18E0276E5A2}"/>
              </a:ext>
            </a:extLst>
          </p:cNvPr>
          <p:cNvSpPr/>
          <p:nvPr/>
        </p:nvSpPr>
        <p:spPr>
          <a:xfrm>
            <a:off x="-134099" y="-524593"/>
            <a:ext cx="1150277" cy="1049185"/>
          </a:xfrm>
          <a:prstGeom prst="ellipse">
            <a:avLst/>
          </a:prstGeom>
          <a:gradFill flip="none" rotWithShape="1">
            <a:gsLst>
              <a:gs pos="79000">
                <a:srgbClr val="CBF7FE">
                  <a:alpha val="50000"/>
                </a:srgbClr>
              </a:gs>
              <a:gs pos="100000">
                <a:srgbClr val="CBF7FE"/>
              </a:gs>
              <a:gs pos="45000">
                <a:srgbClr val="CBF7FE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4E21B84-B63A-1D83-8B75-5743E1F367D8}"/>
              </a:ext>
            </a:extLst>
          </p:cNvPr>
          <p:cNvSpPr/>
          <p:nvPr/>
        </p:nvSpPr>
        <p:spPr>
          <a:xfrm>
            <a:off x="3548236" y="169046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49B9F21-D2B8-E1E2-702E-DE655FFAF578}"/>
              </a:ext>
            </a:extLst>
          </p:cNvPr>
          <p:cNvSpPr/>
          <p:nvPr/>
        </p:nvSpPr>
        <p:spPr>
          <a:xfrm>
            <a:off x="3227082" y="169046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F6C0667-CA0C-9866-585F-461355970FF5}"/>
              </a:ext>
            </a:extLst>
          </p:cNvPr>
          <p:cNvSpPr/>
          <p:nvPr/>
        </p:nvSpPr>
        <p:spPr>
          <a:xfrm>
            <a:off x="3888308" y="171282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3EC6F533-75B8-8EB2-029E-1C13417F76E7}"/>
              </a:ext>
            </a:extLst>
          </p:cNvPr>
          <p:cNvSpPr/>
          <p:nvPr/>
        </p:nvSpPr>
        <p:spPr>
          <a:xfrm>
            <a:off x="4206361" y="169046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841B782-F270-6D0A-6D32-94E1070700DC}"/>
              </a:ext>
            </a:extLst>
          </p:cNvPr>
          <p:cNvSpPr/>
          <p:nvPr/>
        </p:nvSpPr>
        <p:spPr>
          <a:xfrm>
            <a:off x="4509687" y="166810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C0BD3A72-0F55-0976-3A4E-FCFB22BCC15D}"/>
              </a:ext>
            </a:extLst>
          </p:cNvPr>
          <p:cNvSpPr/>
          <p:nvPr/>
        </p:nvSpPr>
        <p:spPr>
          <a:xfrm>
            <a:off x="4808332" y="168734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85E1DD2-518D-ED9C-FA83-A499DAE85291}"/>
              </a:ext>
            </a:extLst>
          </p:cNvPr>
          <p:cNvSpPr/>
          <p:nvPr/>
        </p:nvSpPr>
        <p:spPr>
          <a:xfrm>
            <a:off x="5099853" y="166810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B6A23E6C-AA1B-CD44-77D5-5D8D286CB6FE}"/>
              </a:ext>
            </a:extLst>
          </p:cNvPr>
          <p:cNvSpPr/>
          <p:nvPr/>
        </p:nvSpPr>
        <p:spPr>
          <a:xfrm>
            <a:off x="5719652" y="170620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81BB5C90-866D-F84A-CB40-2A9673AC9380}"/>
              </a:ext>
            </a:extLst>
          </p:cNvPr>
          <p:cNvSpPr/>
          <p:nvPr/>
        </p:nvSpPr>
        <p:spPr>
          <a:xfrm>
            <a:off x="5398498" y="170620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E75F3E8C-5F39-8C8B-38CB-B5949B2C9703}"/>
              </a:ext>
            </a:extLst>
          </p:cNvPr>
          <p:cNvSpPr/>
          <p:nvPr/>
        </p:nvSpPr>
        <p:spPr>
          <a:xfrm>
            <a:off x="6059724" y="172856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3B88646E-57B5-7249-A760-3F5196CE4D48}"/>
              </a:ext>
            </a:extLst>
          </p:cNvPr>
          <p:cNvSpPr/>
          <p:nvPr/>
        </p:nvSpPr>
        <p:spPr>
          <a:xfrm>
            <a:off x="6377777" y="170620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083296AB-2FF7-280B-AB48-E945E0805EB6}"/>
              </a:ext>
            </a:extLst>
          </p:cNvPr>
          <p:cNvSpPr/>
          <p:nvPr/>
        </p:nvSpPr>
        <p:spPr>
          <a:xfrm>
            <a:off x="6681103" y="168384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1FB45186-CB00-3D54-2F91-B97C97F917A7}"/>
              </a:ext>
            </a:extLst>
          </p:cNvPr>
          <p:cNvSpPr/>
          <p:nvPr/>
        </p:nvSpPr>
        <p:spPr>
          <a:xfrm>
            <a:off x="6979748" y="170308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1CAE78DC-4968-CC39-06BC-1C4D67D2E651}"/>
              </a:ext>
            </a:extLst>
          </p:cNvPr>
          <p:cNvSpPr/>
          <p:nvPr/>
        </p:nvSpPr>
        <p:spPr>
          <a:xfrm>
            <a:off x="7271269" y="168384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6F91C60-FF40-75EB-4B01-72F3D184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6" t="16147" r="11844" b="29702"/>
          <a:stretch/>
        </p:blipFill>
        <p:spPr>
          <a:xfrm>
            <a:off x="3357669" y="783808"/>
            <a:ext cx="6646867" cy="280416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9F45562A-A94F-22AF-56BF-EC0D10B69224}"/>
              </a:ext>
            </a:extLst>
          </p:cNvPr>
          <p:cNvSpPr/>
          <p:nvPr/>
        </p:nvSpPr>
        <p:spPr>
          <a:xfrm>
            <a:off x="3301698" y="430271"/>
            <a:ext cx="6646867" cy="280416"/>
          </a:xfrm>
          <a:prstGeom prst="rect">
            <a:avLst/>
          </a:prstGeom>
          <a:gradFill>
            <a:gsLst>
              <a:gs pos="20000">
                <a:schemeClr val="bg1">
                  <a:lumMod val="95000"/>
                  <a:alpha val="30000"/>
                </a:schemeClr>
              </a:gs>
              <a:gs pos="100000">
                <a:srgbClr val="FCFCFC">
                  <a:alpha val="0"/>
                </a:srgbClr>
              </a:gs>
              <a:gs pos="71000">
                <a:srgbClr val="FCFCFC">
                  <a:alpha val="20000"/>
                </a:srgbClr>
              </a:gs>
              <a:gs pos="50000">
                <a:srgbClr val="FCFCFC">
                  <a:alpha val="0"/>
                </a:srgbClr>
              </a:gs>
              <a:gs pos="2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DBB4123-1477-B86E-BE83-DDCEC2AEFAA6}"/>
              </a:ext>
            </a:extLst>
          </p:cNvPr>
          <p:cNvSpPr/>
          <p:nvPr/>
        </p:nvSpPr>
        <p:spPr>
          <a:xfrm>
            <a:off x="841499" y="1674318"/>
            <a:ext cx="1082883" cy="1082883"/>
          </a:xfrm>
          <a:prstGeom prst="ellipse">
            <a:avLst/>
          </a:prstGeom>
          <a:gradFill flip="none" rotWithShape="1">
            <a:gsLst>
              <a:gs pos="42000">
                <a:srgbClr val="B33C3E"/>
              </a:gs>
              <a:gs pos="19000">
                <a:srgbClr val="742E34"/>
              </a:gs>
            </a:gsLst>
            <a:lin ang="5400000" scaled="0"/>
            <a:tileRect/>
          </a:gradFill>
          <a:ln>
            <a:noFill/>
          </a:ln>
          <a:effectLst>
            <a:innerShdw blurRad="101600" dist="25400" dir="16200000">
              <a:prstClr val="black">
                <a:alpha val="4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530E5DA-6E59-E030-07A4-9244A612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60508"/>
            <a:ext cx="2562583" cy="790685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id="{C6591BD6-CE06-47B3-BC29-CDB58BDA4B9B}"/>
              </a:ext>
            </a:extLst>
          </p:cNvPr>
          <p:cNvSpPr/>
          <p:nvPr/>
        </p:nvSpPr>
        <p:spPr>
          <a:xfrm>
            <a:off x="807801" y="2005584"/>
            <a:ext cx="1150277" cy="842932"/>
          </a:xfrm>
          <a:prstGeom prst="ellipse">
            <a:avLst/>
          </a:prstGeom>
          <a:gradFill flip="none" rotWithShape="1">
            <a:gsLst>
              <a:gs pos="80000">
                <a:srgbClr val="FAB3A9"/>
              </a:gs>
              <a:gs pos="100000">
                <a:srgbClr val="F2B0A5"/>
              </a:gs>
              <a:gs pos="45000">
                <a:srgbClr val="DE705C">
                  <a:alpha val="5000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EE35924-1FF0-6923-AC05-F917417C0F13}"/>
              </a:ext>
            </a:extLst>
          </p:cNvPr>
          <p:cNvSpPr/>
          <p:nvPr/>
        </p:nvSpPr>
        <p:spPr>
          <a:xfrm>
            <a:off x="920166" y="1706566"/>
            <a:ext cx="925548" cy="743052"/>
          </a:xfrm>
          <a:prstGeom prst="ellipse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5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0E146B4-E4A8-A797-769F-AF6088F160C7}"/>
              </a:ext>
            </a:extLst>
          </p:cNvPr>
          <p:cNvSpPr/>
          <p:nvPr/>
        </p:nvSpPr>
        <p:spPr>
          <a:xfrm>
            <a:off x="920167" y="2848786"/>
            <a:ext cx="1082883" cy="1082883"/>
          </a:xfrm>
          <a:prstGeom prst="ellipse">
            <a:avLst/>
          </a:prstGeom>
          <a:gradFill flip="none" rotWithShape="1">
            <a:gsLst>
              <a:gs pos="42000">
                <a:srgbClr val="EA963E"/>
              </a:gs>
              <a:gs pos="19000">
                <a:srgbClr val="B97338"/>
              </a:gs>
            </a:gsLst>
            <a:lin ang="5400000" scaled="0"/>
            <a:tileRect/>
          </a:gradFill>
          <a:ln>
            <a:noFill/>
          </a:ln>
          <a:effectLst>
            <a:innerShdw blurRad="101600" dist="25400" dir="16200000">
              <a:prstClr val="black">
                <a:alpha val="4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29A964-CA05-016F-8AE0-76C263BB190B}"/>
              </a:ext>
            </a:extLst>
          </p:cNvPr>
          <p:cNvSpPr/>
          <p:nvPr/>
        </p:nvSpPr>
        <p:spPr>
          <a:xfrm>
            <a:off x="886469" y="3180052"/>
            <a:ext cx="1150277" cy="842932"/>
          </a:xfrm>
          <a:prstGeom prst="ellipse">
            <a:avLst/>
          </a:prstGeom>
          <a:gradFill flip="none" rotWithShape="1">
            <a:gsLst>
              <a:gs pos="80000">
                <a:srgbClr val="FBF87E"/>
              </a:gs>
              <a:gs pos="100000">
                <a:srgbClr val="F6F98C">
                  <a:alpha val="50000"/>
                </a:srgbClr>
              </a:gs>
              <a:gs pos="45000">
                <a:srgbClr val="FFE977">
                  <a:alpha val="5000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76DFA33-74E5-3305-69C1-AAA73D662FC1}"/>
              </a:ext>
            </a:extLst>
          </p:cNvPr>
          <p:cNvSpPr/>
          <p:nvPr/>
        </p:nvSpPr>
        <p:spPr>
          <a:xfrm>
            <a:off x="998834" y="2881034"/>
            <a:ext cx="925548" cy="743052"/>
          </a:xfrm>
          <a:prstGeom prst="ellipse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5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1618346-2059-B830-2C7F-7A12852A8908}"/>
              </a:ext>
            </a:extLst>
          </p:cNvPr>
          <p:cNvSpPr/>
          <p:nvPr/>
        </p:nvSpPr>
        <p:spPr>
          <a:xfrm>
            <a:off x="971209" y="4097293"/>
            <a:ext cx="1082883" cy="1082883"/>
          </a:xfrm>
          <a:prstGeom prst="ellipse">
            <a:avLst/>
          </a:prstGeom>
          <a:gradFill flip="none" rotWithShape="1">
            <a:gsLst>
              <a:gs pos="42000">
                <a:srgbClr val="6CA144"/>
              </a:gs>
              <a:gs pos="19000">
                <a:srgbClr val="517636"/>
              </a:gs>
            </a:gsLst>
            <a:lin ang="5400000" scaled="0"/>
            <a:tileRect/>
          </a:gradFill>
          <a:ln>
            <a:noFill/>
          </a:ln>
          <a:effectLst>
            <a:innerShdw blurRad="101600" dist="25400" dir="16200000">
              <a:prstClr val="black">
                <a:alpha val="4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57A2DD-74E1-5F8A-B9A2-4BD577DBA95F}"/>
              </a:ext>
            </a:extLst>
          </p:cNvPr>
          <p:cNvSpPr/>
          <p:nvPr/>
        </p:nvSpPr>
        <p:spPr>
          <a:xfrm>
            <a:off x="937511" y="4428559"/>
            <a:ext cx="1150277" cy="842932"/>
          </a:xfrm>
          <a:prstGeom prst="ellipse">
            <a:avLst/>
          </a:prstGeom>
          <a:gradFill flip="none" rotWithShape="1">
            <a:gsLst>
              <a:gs pos="80000">
                <a:srgbClr val="C1FD7A">
                  <a:alpha val="70000"/>
                </a:srgbClr>
              </a:gs>
              <a:gs pos="100000">
                <a:srgbClr val="C9EC93">
                  <a:alpha val="50000"/>
                </a:srgbClr>
              </a:gs>
              <a:gs pos="45000">
                <a:srgbClr val="8ED855">
                  <a:alpha val="9000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13861E4-2C6F-48C8-D073-98A7D312D353}"/>
              </a:ext>
            </a:extLst>
          </p:cNvPr>
          <p:cNvSpPr/>
          <p:nvPr/>
        </p:nvSpPr>
        <p:spPr>
          <a:xfrm>
            <a:off x="1049876" y="4129541"/>
            <a:ext cx="925548" cy="743052"/>
          </a:xfrm>
          <a:prstGeom prst="ellipse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5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BAF9083-F60F-C01D-BA8C-4F112B9A1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377" y="5100363"/>
            <a:ext cx="2538832" cy="1742148"/>
          </a:xfrm>
          <a:prstGeom prst="rect">
            <a:avLst/>
          </a:prstGeom>
        </p:spPr>
      </p:pic>
      <p:sp>
        <p:nvSpPr>
          <p:cNvPr id="66" name="Arrow: Down 65">
            <a:extLst>
              <a:ext uri="{FF2B5EF4-FFF2-40B4-BE49-F238E27FC236}">
                <a16:creationId xmlns:a16="http://schemas.microsoft.com/office/drawing/2014/main" id="{3FFBE6FD-CAE9-76A0-322A-17809788CB0C}"/>
              </a:ext>
            </a:extLst>
          </p:cNvPr>
          <p:cNvSpPr/>
          <p:nvPr/>
        </p:nvSpPr>
        <p:spPr>
          <a:xfrm rot="5901230">
            <a:off x="2107434" y="4695428"/>
            <a:ext cx="510886" cy="5182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5E1B5BC-68B5-63D3-D4D2-82C75EC39C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5456" t="16147" r="11844" b="29702"/>
          <a:stretch/>
        </p:blipFill>
        <p:spPr>
          <a:xfrm>
            <a:off x="3376972" y="1206562"/>
            <a:ext cx="6646867" cy="280416"/>
          </a:xfrm>
          <a:prstGeom prst="rect">
            <a:avLst/>
          </a:prstGeom>
        </p:spPr>
      </p:pic>
      <p:sp>
        <p:nvSpPr>
          <p:cNvPr id="313" name="Rectangle 312">
            <a:extLst>
              <a:ext uri="{FF2B5EF4-FFF2-40B4-BE49-F238E27FC236}">
                <a16:creationId xmlns:a16="http://schemas.microsoft.com/office/drawing/2014/main" id="{06A1F484-9C9A-B78A-F9D1-1D129AAC4108}"/>
              </a:ext>
            </a:extLst>
          </p:cNvPr>
          <p:cNvSpPr/>
          <p:nvPr/>
        </p:nvSpPr>
        <p:spPr>
          <a:xfrm>
            <a:off x="3345138" y="2345314"/>
            <a:ext cx="6646867" cy="294925"/>
          </a:xfrm>
          <a:prstGeom prst="rect">
            <a:avLst/>
          </a:prstGeom>
          <a:gradFill>
            <a:gsLst>
              <a:gs pos="87000">
                <a:srgbClr val="F7F7F7"/>
              </a:gs>
              <a:gs pos="9000">
                <a:srgbClr val="BABABA"/>
              </a:gs>
              <a:gs pos="49000">
                <a:srgbClr val="DADADA"/>
              </a:gs>
              <a:gs pos="24000">
                <a:srgbClr val="E4E4E4"/>
              </a:gs>
              <a:gs pos="94000">
                <a:srgbClr val="E1E1E1"/>
              </a:gs>
              <a:gs pos="7000">
                <a:srgbClr val="ADADA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18B903CD-D179-43B8-EB88-DBC287FF32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138" y="1584368"/>
            <a:ext cx="6626926" cy="280440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1A88B753-66E6-3833-A645-836934795D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  <a14:imgEffect>
                      <a14:brightnessContrast bright="1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2549" y="2775226"/>
            <a:ext cx="6626926" cy="280440"/>
          </a:xfrm>
          <a:prstGeom prst="rect">
            <a:avLst/>
          </a:prstGeom>
        </p:spPr>
      </p:pic>
      <p:pic>
        <p:nvPicPr>
          <p:cNvPr id="322" name="Picture 321">
            <a:extLst>
              <a:ext uri="{FF2B5EF4-FFF2-40B4-BE49-F238E27FC236}">
                <a16:creationId xmlns:a16="http://schemas.microsoft.com/office/drawing/2014/main" id="{3A9B828F-5D18-F36D-3C7E-36D7137719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45138" y="3180052"/>
            <a:ext cx="6626926" cy="280440"/>
          </a:xfrm>
          <a:prstGeom prst="rect">
            <a:avLst/>
          </a:prstGeom>
        </p:spPr>
      </p:pic>
      <p:sp>
        <p:nvSpPr>
          <p:cNvPr id="312" name="Rectangle 311">
            <a:extLst>
              <a:ext uri="{FF2B5EF4-FFF2-40B4-BE49-F238E27FC236}">
                <a16:creationId xmlns:a16="http://schemas.microsoft.com/office/drawing/2014/main" id="{16A9CA5F-8D1B-8918-5B53-D565CB42F68B}"/>
              </a:ext>
            </a:extLst>
          </p:cNvPr>
          <p:cNvSpPr/>
          <p:nvPr/>
        </p:nvSpPr>
        <p:spPr>
          <a:xfrm>
            <a:off x="3376972" y="1935200"/>
            <a:ext cx="6621806" cy="280416"/>
          </a:xfrm>
          <a:prstGeom prst="rect">
            <a:avLst/>
          </a:prstGeom>
          <a:gradFill>
            <a:gsLst>
              <a:gs pos="72000">
                <a:srgbClr val="4D92D1">
                  <a:alpha val="60000"/>
                </a:srgbClr>
              </a:gs>
              <a:gs pos="96000">
                <a:srgbClr val="81CDFF">
                  <a:alpha val="0"/>
                </a:srgbClr>
              </a:gs>
              <a:gs pos="43000">
                <a:srgbClr val="1F5DA9">
                  <a:alpha val="49804"/>
                </a:srgbClr>
              </a:gs>
              <a:gs pos="28000">
                <a:srgbClr val="77AAE6">
                  <a:alpha val="80000"/>
                </a:srgbClr>
              </a:gs>
              <a:gs pos="7000">
                <a:srgbClr val="B6D2F0"/>
              </a:gs>
              <a:gs pos="2000">
                <a:srgbClr val="37549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AC7C6C07-E50B-C019-C59B-8E00B1CBBE4D}"/>
              </a:ext>
            </a:extLst>
          </p:cNvPr>
          <p:cNvSpPr/>
          <p:nvPr/>
        </p:nvSpPr>
        <p:spPr>
          <a:xfrm>
            <a:off x="3326135" y="3565529"/>
            <a:ext cx="2367103" cy="520340"/>
          </a:xfrm>
          <a:prstGeom prst="rect">
            <a:avLst/>
          </a:prstGeom>
          <a:gradFill>
            <a:gsLst>
              <a:gs pos="81000">
                <a:srgbClr val="B4DEF9"/>
              </a:gs>
              <a:gs pos="56000">
                <a:srgbClr val="88B4DD"/>
              </a:gs>
              <a:gs pos="45000">
                <a:srgbClr val="9DC8F4"/>
              </a:gs>
              <a:gs pos="20000">
                <a:srgbClr val="A4D0FD"/>
              </a:gs>
              <a:gs pos="0">
                <a:srgbClr val="315788"/>
              </a:gs>
              <a:gs pos="99000">
                <a:srgbClr val="B4DE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10E4EBD6-0B2F-9B98-7515-637F2C33F519}"/>
              </a:ext>
            </a:extLst>
          </p:cNvPr>
          <p:cNvSpPr/>
          <p:nvPr/>
        </p:nvSpPr>
        <p:spPr>
          <a:xfrm>
            <a:off x="3324670" y="4097293"/>
            <a:ext cx="2367103" cy="211824"/>
          </a:xfrm>
          <a:prstGeom prst="rect">
            <a:avLst/>
          </a:prstGeom>
          <a:gradFill>
            <a:gsLst>
              <a:gs pos="0">
                <a:srgbClr val="616B71"/>
              </a:gs>
              <a:gs pos="99000">
                <a:srgbClr val="616B71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5" name="Picture 324">
            <a:extLst>
              <a:ext uri="{FF2B5EF4-FFF2-40B4-BE49-F238E27FC236}">
                <a16:creationId xmlns:a16="http://schemas.microsoft.com/office/drawing/2014/main" id="{6D3BE2A8-6EE7-0B9D-6440-71C831EC75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8061" y="3485426"/>
            <a:ext cx="2015505" cy="709684"/>
          </a:xfrm>
          <a:prstGeom prst="rect">
            <a:avLst/>
          </a:prstGeom>
          <a:effectLst>
            <a:innerShdw blurRad="63500" dir="16200000">
              <a:srgbClr val="2041A1"/>
            </a:innerShdw>
          </a:effectLst>
        </p:spPr>
      </p:pic>
      <p:pic>
        <p:nvPicPr>
          <p:cNvPr id="328" name="Picture 327">
            <a:extLst>
              <a:ext uri="{FF2B5EF4-FFF2-40B4-BE49-F238E27FC236}">
                <a16:creationId xmlns:a16="http://schemas.microsoft.com/office/drawing/2014/main" id="{D5ED2543-80AE-DA5C-C275-140444B103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4363" y="4285831"/>
            <a:ext cx="1903395" cy="586762"/>
          </a:xfrm>
          <a:prstGeom prst="rect">
            <a:avLst/>
          </a:prstGeom>
        </p:spPr>
      </p:pic>
      <p:sp>
        <p:nvSpPr>
          <p:cNvPr id="3" name="Oval 55">
            <a:extLst>
              <a:ext uri="{FF2B5EF4-FFF2-40B4-BE49-F238E27FC236}">
                <a16:creationId xmlns:a16="http://schemas.microsoft.com/office/drawing/2014/main" id="{2599F2CE-5A6C-B33F-79E2-86958351DBDD}"/>
              </a:ext>
            </a:extLst>
          </p:cNvPr>
          <p:cNvSpPr/>
          <p:nvPr/>
        </p:nvSpPr>
        <p:spPr>
          <a:xfrm>
            <a:off x="907694" y="606808"/>
            <a:ext cx="1150277" cy="909956"/>
          </a:xfrm>
          <a:prstGeom prst="ellipse">
            <a:avLst/>
          </a:prstGeom>
          <a:gradFill flip="none" rotWithShape="1">
            <a:gsLst>
              <a:gs pos="80000">
                <a:srgbClr val="BAE4FF">
                  <a:alpha val="70000"/>
                </a:srgbClr>
              </a:gs>
              <a:gs pos="99000">
                <a:srgbClr val="CCF7FD"/>
              </a:gs>
              <a:gs pos="45000">
                <a:srgbClr val="7FACDD">
                  <a:alpha val="4000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</p:spTree>
    <p:extLst>
      <p:ext uri="{BB962C8B-B14F-4D97-AF65-F5344CB8AC3E}">
        <p14:creationId xmlns:p14="http://schemas.microsoft.com/office/powerpoint/2010/main" val="3194282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034EE61-3155-8714-9AE4-C94622DF9A36}"/>
              </a:ext>
            </a:extLst>
          </p:cNvPr>
          <p:cNvSpPr/>
          <p:nvPr/>
        </p:nvSpPr>
        <p:spPr>
          <a:xfrm>
            <a:off x="6353151" y="1021287"/>
            <a:ext cx="721922" cy="721922"/>
          </a:xfrm>
          <a:prstGeom prst="roundRect">
            <a:avLst>
              <a:gd name="adj" fmla="val 8377"/>
            </a:avLst>
          </a:prstGeom>
          <a:gradFill>
            <a:gsLst>
              <a:gs pos="9000">
                <a:srgbClr val="DADCDF"/>
              </a:gs>
              <a:gs pos="6000">
                <a:srgbClr val="EBECEF"/>
              </a:gs>
              <a:gs pos="100000">
                <a:srgbClr val="FBFDFD"/>
              </a:gs>
            </a:gsLst>
            <a:lin ang="5400000" scaled="1"/>
          </a:gradFill>
          <a:ln>
            <a:noFill/>
          </a:ln>
          <a:effectLst>
            <a:innerShdw blurRad="114300" dir="13500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486887-EEF2-1EE5-B2B8-4F89DD96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18" y="189628"/>
            <a:ext cx="4798548" cy="1321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3F73F8-5586-6BD0-FCC8-E9A7B89C9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6" y="1568635"/>
            <a:ext cx="3423169" cy="2911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FB7CEE-978A-0E80-E175-E1FF017C0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110" y="1682862"/>
            <a:ext cx="2563556" cy="26819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197E80-3C63-9CC8-BE9C-B4C1BC5FF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178" y="4620880"/>
            <a:ext cx="2453488" cy="212408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0C6124-0A65-D88A-7DFA-2E16D14D598E}"/>
              </a:ext>
            </a:extLst>
          </p:cNvPr>
          <p:cNvSpPr/>
          <p:nvPr/>
        </p:nvSpPr>
        <p:spPr>
          <a:xfrm>
            <a:off x="7808037" y="2707078"/>
            <a:ext cx="721922" cy="721922"/>
          </a:xfrm>
          <a:prstGeom prst="roundRect">
            <a:avLst>
              <a:gd name="adj" fmla="val 8377"/>
            </a:avLst>
          </a:prstGeom>
          <a:gradFill>
            <a:gsLst>
              <a:gs pos="9000">
                <a:srgbClr val="B7BBC5"/>
              </a:gs>
              <a:gs pos="5000">
                <a:srgbClr val="EBECEF"/>
              </a:gs>
              <a:gs pos="100000">
                <a:srgbClr val="FBFDFD"/>
              </a:gs>
            </a:gsLst>
            <a:lin ang="5400000" scaled="1"/>
          </a:gradFill>
          <a:ln>
            <a:noFill/>
          </a:ln>
          <a:effectLst>
            <a:innerShdw blurRad="76200" dist="25400" dir="15600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F998C9-C056-33DB-6BF5-F5470CE02F65}"/>
              </a:ext>
            </a:extLst>
          </p:cNvPr>
          <p:cNvSpPr/>
          <p:nvPr/>
        </p:nvSpPr>
        <p:spPr>
          <a:xfrm>
            <a:off x="6000282" y="2392925"/>
            <a:ext cx="270721" cy="270721"/>
          </a:xfrm>
          <a:prstGeom prst="ellipse">
            <a:avLst/>
          </a:prstGeom>
          <a:gradFill flip="none" rotWithShape="1">
            <a:gsLst>
              <a:gs pos="42000">
                <a:srgbClr val="2F6CB6"/>
              </a:gs>
              <a:gs pos="19000">
                <a:srgbClr val="22479A"/>
              </a:gs>
            </a:gsLst>
            <a:lin ang="5400000" scaled="0"/>
            <a:tileRect/>
          </a:gradFill>
          <a:ln>
            <a:noFill/>
          </a:ln>
          <a:effectLst>
            <a:innerShdw blurRad="101600" dist="25400" dir="16200000">
              <a:prstClr val="black">
                <a:alpha val="4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84595DF-50B3-CA4A-C1A9-EB3EC40C9D09}"/>
              </a:ext>
            </a:extLst>
          </p:cNvPr>
          <p:cNvSpPr/>
          <p:nvPr/>
        </p:nvSpPr>
        <p:spPr>
          <a:xfrm>
            <a:off x="6016179" y="2493938"/>
            <a:ext cx="237016" cy="176172"/>
          </a:xfrm>
          <a:prstGeom prst="ellipse">
            <a:avLst/>
          </a:prstGeom>
          <a:gradFill flip="none" rotWithShape="1">
            <a:gsLst>
              <a:gs pos="100000">
                <a:srgbClr val="CBF7FE"/>
              </a:gs>
              <a:gs pos="24000">
                <a:srgbClr val="CBF7FE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6BB7F9-2A6C-7A42-4A75-BFC9819EF775}"/>
              </a:ext>
            </a:extLst>
          </p:cNvPr>
          <p:cNvSpPr/>
          <p:nvPr/>
        </p:nvSpPr>
        <p:spPr>
          <a:xfrm>
            <a:off x="6033929" y="2401521"/>
            <a:ext cx="201514" cy="163312"/>
          </a:xfrm>
          <a:prstGeom prst="ellipse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7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D0430DC-CE3F-771C-F0AB-FAA36F447DEE}"/>
              </a:ext>
            </a:extLst>
          </p:cNvPr>
          <p:cNvSpPr/>
          <p:nvPr/>
        </p:nvSpPr>
        <p:spPr>
          <a:xfrm>
            <a:off x="6394391" y="2493938"/>
            <a:ext cx="1082883" cy="1082883"/>
          </a:xfrm>
          <a:prstGeom prst="ellipse">
            <a:avLst/>
          </a:prstGeom>
          <a:gradFill flip="none" rotWithShape="1">
            <a:gsLst>
              <a:gs pos="42000">
                <a:srgbClr val="2F6CB6"/>
              </a:gs>
              <a:gs pos="19000">
                <a:srgbClr val="264FAA"/>
              </a:gs>
            </a:gsLst>
            <a:lin ang="5400000" scaled="0"/>
            <a:tileRect/>
          </a:gradFill>
          <a:ln>
            <a:noFill/>
          </a:ln>
          <a:effectLst>
            <a:innerShdw blurRad="101600" dist="25400" dir="16200000">
              <a:prstClr val="black">
                <a:alpha val="44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7EB4DF5-0FFA-BDD4-9651-80890E9C4C4E}"/>
              </a:ext>
            </a:extLst>
          </p:cNvPr>
          <p:cNvSpPr/>
          <p:nvPr/>
        </p:nvSpPr>
        <p:spPr>
          <a:xfrm>
            <a:off x="6359556" y="2560758"/>
            <a:ext cx="1150277" cy="1049185"/>
          </a:xfrm>
          <a:prstGeom prst="ellipse">
            <a:avLst/>
          </a:prstGeom>
          <a:gradFill flip="none" rotWithShape="1">
            <a:gsLst>
              <a:gs pos="79000">
                <a:srgbClr val="CBF7FE">
                  <a:alpha val="50000"/>
                </a:srgbClr>
              </a:gs>
              <a:gs pos="100000">
                <a:srgbClr val="CBF7FE"/>
              </a:gs>
              <a:gs pos="45000">
                <a:srgbClr val="CBF7FE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D2BE21D-3A27-83FA-E117-A09464747B99}"/>
              </a:ext>
            </a:extLst>
          </p:cNvPr>
          <p:cNvSpPr/>
          <p:nvPr/>
        </p:nvSpPr>
        <p:spPr>
          <a:xfrm>
            <a:off x="6473358" y="2516669"/>
            <a:ext cx="925548" cy="743052"/>
          </a:xfrm>
          <a:prstGeom prst="ellipse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5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8991D15-66AD-63FB-0572-0D38E070D1D8}"/>
              </a:ext>
            </a:extLst>
          </p:cNvPr>
          <p:cNvSpPr/>
          <p:nvPr/>
        </p:nvSpPr>
        <p:spPr>
          <a:xfrm>
            <a:off x="6000282" y="3643066"/>
            <a:ext cx="3905541" cy="233132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>
            <a:innerShdw blurRad="406400" dist="88900" dir="16200000">
              <a:prstClr val="black">
                <a:alpha val="9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F66FA38-632C-C2F0-F70F-AAE7F4480D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6464" y="783911"/>
            <a:ext cx="1883100" cy="17113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9F4AE9D-11B5-FBFD-4350-44EFD555E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0643" y="666948"/>
            <a:ext cx="396156" cy="40505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57022D8-4659-86A1-F6CD-28BE1C43C5DF}"/>
              </a:ext>
            </a:extLst>
          </p:cNvPr>
          <p:cNvSpPr txBox="1"/>
          <p:nvPr/>
        </p:nvSpPr>
        <p:spPr>
          <a:xfrm>
            <a:off x="2265332" y="2106571"/>
            <a:ext cx="1486936" cy="161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2" dirty="0">
                <a:latin typeface="Aqua かな" panose="020B0300000000000000" pitchFamily="34" charset="-128"/>
                <a:ea typeface="Aqua かな" panose="020B0300000000000000" pitchFamily="34" charset="-128"/>
              </a:rPr>
              <a:t>アクアかな</a:t>
            </a:r>
            <a:endParaRPr lang="en-US" altLang="ja-JP" sz="902" dirty="0">
              <a:latin typeface="Aqua かな" panose="020B0300000000000000" pitchFamily="34" charset="-128"/>
              <a:ea typeface="Aqua かな" panose="020B0300000000000000" pitchFamily="34" charset="-128"/>
            </a:endParaRPr>
          </a:p>
          <a:p>
            <a:r>
              <a:rPr lang="ja-JP" altLang="en-US" sz="902" dirty="0">
                <a:latin typeface="Aqua かな" panose="020B0300000000000000" pitchFamily="34" charset="-128"/>
                <a:ea typeface="Aqua かな" panose="020B0300000000000000" pitchFamily="34" charset="-128"/>
              </a:rPr>
              <a:t>漢字　永</a:t>
            </a:r>
            <a:endParaRPr lang="en-US" altLang="ja-JP" sz="902" dirty="0">
              <a:latin typeface="Aqua かな" panose="020B0300000000000000" pitchFamily="34" charset="-128"/>
              <a:ea typeface="Aqua かな" panose="020B0300000000000000" pitchFamily="34" charset="-128"/>
            </a:endParaRPr>
          </a:p>
          <a:p>
            <a:r>
              <a:rPr lang="ja-JP" altLang="en-US" sz="902" dirty="0">
                <a:latin typeface=".Hiragino Kaku Gothic Interfac" panose="020B0600070205080204" pitchFamily="34" charset="-128"/>
                <a:ea typeface=".Hiragino Kaku Gothic Interfac" panose="020B0600070205080204" pitchFamily="34" charset="-128"/>
              </a:rPr>
              <a:t>ヒラギノ</a:t>
            </a:r>
            <a:endParaRPr lang="en-US" altLang="ja-JP" sz="902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  <a:p>
            <a:r>
              <a:rPr lang="ja-JP" altLang="en-US" sz="902" dirty="0">
                <a:latin typeface=".Hiragino Kaku Gothic Interfac" panose="020B0600070205080204" pitchFamily="34" charset="-128"/>
                <a:ea typeface=".Hiragino Kaku Gothic Interfac" panose="020B0600070205080204" pitchFamily="34" charset="-128"/>
              </a:rPr>
              <a:t>漢字主に日本語を使用する　</a:t>
            </a:r>
          </a:p>
          <a:p>
            <a:endParaRPr lang="en-US" altLang="ja-JP" sz="902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  <a:p>
            <a:r>
              <a:rPr lang="en-US" altLang="ja-JP" sz="902" dirty="0">
                <a:latin typeface="Apple Garamond" panose="02000506080000020004" pitchFamily="2" charset="0"/>
                <a:ea typeface=".Hiragino Kaku Gothic Interfac" panose="020B0600070205080204" pitchFamily="34" charset="-128"/>
              </a:rPr>
              <a:t>Apple </a:t>
            </a:r>
            <a:r>
              <a:rPr lang="en-US" altLang="ja-JP" sz="902" dirty="0" err="1">
                <a:latin typeface="Apple Garamond" panose="02000506080000020004" pitchFamily="2" charset="0"/>
                <a:ea typeface=".Hiragino Kaku Gothic Interfac" panose="020B0600070205080204" pitchFamily="34" charset="-128"/>
              </a:rPr>
              <a:t>Garmond</a:t>
            </a:r>
            <a:endParaRPr lang="en-US" altLang="ja-JP" sz="902" dirty="0">
              <a:latin typeface="Apple Garamond" panose="02000506080000020004" pitchFamily="2" charset="0"/>
              <a:ea typeface=".Hiragino Kaku Gothic Interfac" panose="020B0600070205080204" pitchFamily="34" charset="-128"/>
            </a:endParaRPr>
          </a:p>
          <a:p>
            <a:r>
              <a:rPr lang="ja-JP" altLang="en-US" sz="902" dirty="0">
                <a:latin typeface="Aqua かな" panose="020B0300000000000000" pitchFamily="34" charset="-128"/>
                <a:ea typeface="Aqua かな" panose="020B0300000000000000" pitchFamily="34" charset="-128"/>
              </a:rPr>
              <a:t>主に日本語を使用する</a:t>
            </a:r>
            <a:endParaRPr lang="en-US" altLang="ja-JP" sz="902" dirty="0">
              <a:latin typeface="Aqua かな" panose="020B0300000000000000" pitchFamily="34" charset="-128"/>
              <a:ea typeface="Aqua かな" panose="020B0300000000000000" pitchFamily="34" charset="-128"/>
            </a:endParaRPr>
          </a:p>
          <a:p>
            <a:r>
              <a:rPr lang="en-US" altLang="ja-JP" sz="902" dirty="0" err="1">
                <a:latin typeface="Garamond" panose="02020404030301010803" pitchFamily="18" charset="0"/>
                <a:ea typeface="Aqua かな" panose="020B0300000000000000" pitchFamily="34" charset="-128"/>
              </a:rPr>
              <a:t>Garmond</a:t>
            </a:r>
            <a:r>
              <a:rPr lang="en-US" altLang="ja-JP" sz="902" dirty="0">
                <a:latin typeface="Garamond" panose="02020404030301010803" pitchFamily="18" charset="0"/>
                <a:ea typeface="Aqua かな" panose="020B0300000000000000" pitchFamily="34" charset="-128"/>
              </a:rPr>
              <a:t> </a:t>
            </a:r>
          </a:p>
          <a:p>
            <a:endParaRPr lang="en-US" altLang="ja-JP" sz="902" dirty="0">
              <a:latin typeface="Garamond" panose="02020404030301010803" pitchFamily="18" charset="0"/>
              <a:ea typeface="Aqua かな" panose="020B0300000000000000" pitchFamily="34" charset="-128"/>
            </a:endParaRPr>
          </a:p>
          <a:p>
            <a:r>
              <a:rPr lang="en-US" altLang="ja-JP" sz="902" dirty="0">
                <a:latin typeface="Apple TP" panose="020B0500000000000000" pitchFamily="50" charset="-128"/>
                <a:ea typeface="Apple TP" panose="020B0500000000000000" pitchFamily="50" charset="-128"/>
              </a:rPr>
              <a:t>Apple TP </a:t>
            </a:r>
            <a:r>
              <a:rPr lang="en-US" altLang="ja-JP" sz="902" dirty="0">
                <a:latin typeface="AppleTP" panose="020B0303030403020204" pitchFamily="50" charset="-128"/>
                <a:ea typeface="AppleTP" panose="020B0303030403020204" pitchFamily="50" charset="-128"/>
              </a:rPr>
              <a:t>Apple TP</a:t>
            </a:r>
            <a:r>
              <a:rPr lang="ja-JP" altLang="en-US" sz="902" dirty="0">
                <a:latin typeface="Aqua かな" panose="020B0300000000000000" pitchFamily="34" charset="-128"/>
                <a:ea typeface="Aqua かな" panose="020B0300000000000000" pitchFamily="34" charset="-128"/>
              </a:rPr>
              <a:t>　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949B55F-A326-2EA1-6553-0ACC9CE2BA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4391" y="1106024"/>
            <a:ext cx="639443" cy="537243"/>
          </a:xfrm>
          <a:prstGeom prst="rect">
            <a:avLst/>
          </a:prstGeom>
          <a:effectLst>
            <a:outerShdw blurRad="76200" dist="38100" dir="2700000" algn="tl" rotWithShape="0">
              <a:prstClr val="black">
                <a:alpha val="56000"/>
              </a:prst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6F1613E-7D6F-F06C-2EFC-F9410857B1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65" t="10953" r="62491" b="59281"/>
          <a:stretch/>
        </p:blipFill>
        <p:spPr>
          <a:xfrm>
            <a:off x="5834720" y="4363607"/>
            <a:ext cx="489115" cy="63223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32F9116-312E-86D9-5D14-A28BD600D5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65" t="10953" r="62491" b="59281"/>
          <a:stretch/>
        </p:blipFill>
        <p:spPr>
          <a:xfrm>
            <a:off x="5834720" y="4969169"/>
            <a:ext cx="489115" cy="63223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9C39CF1-1558-FE6D-BDDB-A3DDC7B29A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65" t="10953" r="62491" b="59281"/>
          <a:stretch/>
        </p:blipFill>
        <p:spPr>
          <a:xfrm>
            <a:off x="5834720" y="5482728"/>
            <a:ext cx="489115" cy="63223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27A3A5A-791B-E5CD-E084-CC532E5746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65" t="10953" r="62491" b="59281"/>
          <a:stretch/>
        </p:blipFill>
        <p:spPr>
          <a:xfrm>
            <a:off x="5834720" y="6088290"/>
            <a:ext cx="489115" cy="63223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EA86E33-B10E-D557-872F-E6E3D65425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3912" y="783912"/>
            <a:ext cx="3170922" cy="2356485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FF0839B6-EAB7-DE74-E7D6-CA3587FC3A73}"/>
              </a:ext>
            </a:extLst>
          </p:cNvPr>
          <p:cNvSpPr/>
          <p:nvPr/>
        </p:nvSpPr>
        <p:spPr>
          <a:xfrm>
            <a:off x="3760724" y="648005"/>
            <a:ext cx="1835949" cy="186320"/>
          </a:xfrm>
          <a:prstGeom prst="rect">
            <a:avLst/>
          </a:prstGeom>
          <a:gradFill>
            <a:gsLst>
              <a:gs pos="48951">
                <a:srgbClr val="EEF8FF"/>
              </a:gs>
              <a:gs pos="47000">
                <a:srgbClr val="49A4FF"/>
              </a:gs>
              <a:gs pos="30000">
                <a:srgbClr val="49A4FF"/>
              </a:gs>
              <a:gs pos="27000">
                <a:srgbClr val="EEF8FF"/>
              </a:gs>
              <a:gs pos="18000">
                <a:srgbClr val="EEF8FF"/>
              </a:gs>
              <a:gs pos="13000">
                <a:srgbClr val="49A4FF"/>
              </a:gs>
              <a:gs pos="7000">
                <a:srgbClr val="49A4FF"/>
              </a:gs>
              <a:gs pos="4000">
                <a:srgbClr val="D0DDE9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1026" name="Picture 2" descr="Mac OS X v10.1製品説明会">
            <a:extLst>
              <a:ext uri="{FF2B5EF4-FFF2-40B4-BE49-F238E27FC236}">
                <a16:creationId xmlns:a16="http://schemas.microsoft.com/office/drawing/2014/main" id="{0E683F7A-B01F-8488-B8C1-E335D811F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113" y="4428426"/>
            <a:ext cx="3056136" cy="229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3A94D9-3D00-725D-796B-3CCD2BCD37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9448" y="4186332"/>
            <a:ext cx="3767013" cy="527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4D2183-DAC8-89D3-E5BD-05B6258002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7790" y="3325657"/>
            <a:ext cx="1975199" cy="33620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92A65C5-47B7-40C4-315E-C3BF64FA159E}"/>
              </a:ext>
            </a:extLst>
          </p:cNvPr>
          <p:cNvSpPr/>
          <p:nvPr/>
        </p:nvSpPr>
        <p:spPr>
          <a:xfrm>
            <a:off x="6544011" y="3058682"/>
            <a:ext cx="743283" cy="539597"/>
          </a:xfrm>
          <a:prstGeom prst="ellipse">
            <a:avLst/>
          </a:prstGeom>
          <a:solidFill>
            <a:srgbClr val="D4FCFD">
              <a:alpha val="5000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B79119E-A13B-9D29-714B-47A7A7C61B35}"/>
              </a:ext>
            </a:extLst>
          </p:cNvPr>
          <p:cNvSpPr/>
          <p:nvPr/>
        </p:nvSpPr>
        <p:spPr>
          <a:xfrm>
            <a:off x="3481230" y="565444"/>
            <a:ext cx="346999" cy="194901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1980" h="334645">
                <a:moveTo>
                  <a:pt x="0" y="0"/>
                </a:moveTo>
                <a:lnTo>
                  <a:pt x="287655" y="0"/>
                </a:lnTo>
                <a:lnTo>
                  <a:pt x="601980" y="332740"/>
                </a:lnTo>
                <a:lnTo>
                  <a:pt x="314325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8000">
                <a:srgbClr val="55A6F8"/>
              </a:gs>
              <a:gs pos="51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CD967C-8FB4-C1CD-DA03-F325607D2EDB}"/>
              </a:ext>
            </a:extLst>
          </p:cNvPr>
          <p:cNvSpPr/>
          <p:nvPr/>
        </p:nvSpPr>
        <p:spPr>
          <a:xfrm>
            <a:off x="3748137" y="1187365"/>
            <a:ext cx="1844404" cy="160348"/>
          </a:xfrm>
          <a:prstGeom prst="rect">
            <a:avLst/>
          </a:prstGeom>
          <a:gradFill>
            <a:gsLst>
              <a:gs pos="100000">
                <a:srgbClr val="F4F4F4"/>
              </a:gs>
              <a:gs pos="25000">
                <a:srgbClr val="D5D5D6"/>
              </a:gs>
              <a:gs pos="54000">
                <a:srgbClr val="D9DDDC"/>
              </a:gs>
              <a:gs pos="73000">
                <a:srgbClr val="FCFCFC"/>
              </a:gs>
              <a:gs pos="0">
                <a:srgbClr val="8A8A8C"/>
              </a:gs>
            </a:gsLst>
            <a:lin ang="54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3AEE53-6F90-250F-D53A-D780A42B99A7}"/>
              </a:ext>
            </a:extLst>
          </p:cNvPr>
          <p:cNvSpPr/>
          <p:nvPr/>
        </p:nvSpPr>
        <p:spPr>
          <a:xfrm>
            <a:off x="3856775" y="1163456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19948529-8197-8115-9A0A-23BEF07B20D7}"/>
              </a:ext>
            </a:extLst>
          </p:cNvPr>
          <p:cNvSpPr/>
          <p:nvPr/>
        </p:nvSpPr>
        <p:spPr>
          <a:xfrm>
            <a:off x="3535621" y="1163456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EEE01CF3-5E5B-3E35-B898-B3AF99E827D4}"/>
              </a:ext>
            </a:extLst>
          </p:cNvPr>
          <p:cNvSpPr/>
          <p:nvPr/>
        </p:nvSpPr>
        <p:spPr>
          <a:xfrm>
            <a:off x="4196847" y="1165692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8F771A92-50E3-8EA1-F801-A1962836D8F2}"/>
              </a:ext>
            </a:extLst>
          </p:cNvPr>
          <p:cNvSpPr/>
          <p:nvPr/>
        </p:nvSpPr>
        <p:spPr>
          <a:xfrm>
            <a:off x="4514900" y="1163456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6BCED8C0-5892-F168-285E-34DC4626139D}"/>
              </a:ext>
            </a:extLst>
          </p:cNvPr>
          <p:cNvSpPr/>
          <p:nvPr/>
        </p:nvSpPr>
        <p:spPr>
          <a:xfrm>
            <a:off x="4818226" y="1161220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A8C40C84-E8FE-04D0-A1CE-2B7183DC3BAF}"/>
              </a:ext>
            </a:extLst>
          </p:cNvPr>
          <p:cNvSpPr/>
          <p:nvPr/>
        </p:nvSpPr>
        <p:spPr>
          <a:xfrm>
            <a:off x="5116871" y="1163144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59966AA2-B593-C255-B9F4-B1C4118D88F2}"/>
              </a:ext>
            </a:extLst>
          </p:cNvPr>
          <p:cNvSpPr/>
          <p:nvPr/>
        </p:nvSpPr>
        <p:spPr>
          <a:xfrm>
            <a:off x="5408392" y="1161220"/>
            <a:ext cx="494711" cy="224464"/>
          </a:xfrm>
          <a:custGeom>
            <a:avLst/>
            <a:gdLst>
              <a:gd name="connsiteX0" fmla="*/ 0 w 601980"/>
              <a:gd name="connsiteY0" fmla="*/ 0 h 332740"/>
              <a:gd name="connsiteX1" fmla="*/ 601980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188595 w 601980"/>
              <a:gd name="connsiteY1" fmla="*/ 381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0 w 601980"/>
              <a:gd name="connsiteY3" fmla="*/ 332740 h 332740"/>
              <a:gd name="connsiteX4" fmla="*/ 0 w 601980"/>
              <a:gd name="connsiteY4" fmla="*/ 0 h 332740"/>
              <a:gd name="connsiteX0" fmla="*/ 0 w 601980"/>
              <a:gd name="connsiteY0" fmla="*/ 0 h 332740"/>
              <a:gd name="connsiteX1" fmla="*/ 287655 w 601980"/>
              <a:gd name="connsiteY1" fmla="*/ 0 h 332740"/>
              <a:gd name="connsiteX2" fmla="*/ 601980 w 601980"/>
              <a:gd name="connsiteY2" fmla="*/ 332740 h 332740"/>
              <a:gd name="connsiteX3" fmla="*/ 348615 w 601980"/>
              <a:gd name="connsiteY3" fmla="*/ 330835 h 332740"/>
              <a:gd name="connsiteX4" fmla="*/ 0 w 601980"/>
              <a:gd name="connsiteY4" fmla="*/ 0 h 332740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00990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314325 w 601980"/>
              <a:gd name="connsiteY3" fmla="*/ 334645 h 334645"/>
              <a:gd name="connsiteX4" fmla="*/ 0 w 601980"/>
              <a:gd name="connsiteY4" fmla="*/ 0 h 334645"/>
              <a:gd name="connsiteX0" fmla="*/ 0 w 601980"/>
              <a:gd name="connsiteY0" fmla="*/ 0 h 334645"/>
              <a:gd name="connsiteX1" fmla="*/ 287655 w 601980"/>
              <a:gd name="connsiteY1" fmla="*/ 0 h 334645"/>
              <a:gd name="connsiteX2" fmla="*/ 601980 w 601980"/>
              <a:gd name="connsiteY2" fmla="*/ 332740 h 334645"/>
              <a:gd name="connsiteX3" fmla="*/ 290563 w 601980"/>
              <a:gd name="connsiteY3" fmla="*/ 334645 h 334645"/>
              <a:gd name="connsiteX4" fmla="*/ 0 w 601980"/>
              <a:gd name="connsiteY4" fmla="*/ 0 h 334645"/>
              <a:gd name="connsiteX0" fmla="*/ 0 w 586138"/>
              <a:gd name="connsiteY0" fmla="*/ 0 h 334645"/>
              <a:gd name="connsiteX1" fmla="*/ 287655 w 586138"/>
              <a:gd name="connsiteY1" fmla="*/ 0 h 334645"/>
              <a:gd name="connsiteX2" fmla="*/ 586138 w 586138"/>
              <a:gd name="connsiteY2" fmla="*/ 332740 h 334645"/>
              <a:gd name="connsiteX3" fmla="*/ 290563 w 586138"/>
              <a:gd name="connsiteY3" fmla="*/ 334645 h 334645"/>
              <a:gd name="connsiteX4" fmla="*/ 0 w 586138"/>
              <a:gd name="connsiteY4" fmla="*/ 0 h 334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6138" h="334645">
                <a:moveTo>
                  <a:pt x="0" y="0"/>
                </a:moveTo>
                <a:lnTo>
                  <a:pt x="287655" y="0"/>
                </a:lnTo>
                <a:lnTo>
                  <a:pt x="586138" y="332740"/>
                </a:lnTo>
                <a:lnTo>
                  <a:pt x="290563" y="33464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3000">
                <a:srgbClr val="55A6F8"/>
              </a:gs>
              <a:gs pos="43000">
                <a:srgbClr val="196DD0"/>
              </a:gs>
              <a:gs pos="13000">
                <a:srgbClr val="3F4F9D"/>
              </a:gs>
            </a:gsLst>
            <a:lin ang="5400000" scaled="0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BBCCE5-BE76-8655-DE8D-2E734D8A8751}"/>
              </a:ext>
            </a:extLst>
          </p:cNvPr>
          <p:cNvSpPr/>
          <p:nvPr/>
        </p:nvSpPr>
        <p:spPr>
          <a:xfrm>
            <a:off x="3748137" y="1440387"/>
            <a:ext cx="1844404" cy="160348"/>
          </a:xfrm>
          <a:prstGeom prst="rect">
            <a:avLst/>
          </a:prstGeom>
          <a:gradFill>
            <a:gsLst>
              <a:gs pos="20000">
                <a:schemeClr val="bg1">
                  <a:lumMod val="95000"/>
                  <a:alpha val="30000"/>
                </a:schemeClr>
              </a:gs>
              <a:gs pos="100000">
                <a:srgbClr val="FCFCFC">
                  <a:alpha val="0"/>
                </a:srgbClr>
              </a:gs>
              <a:gs pos="71000">
                <a:srgbClr val="FCFCFC">
                  <a:alpha val="20000"/>
                </a:srgbClr>
              </a:gs>
              <a:gs pos="50000">
                <a:srgbClr val="FCFCFC">
                  <a:alpha val="0"/>
                </a:srgbClr>
              </a:gs>
              <a:gs pos="2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F1BEACE9-2F91-F4A5-BF24-F8A65D281BC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8992" t="11629" r="12850" b="24495"/>
          <a:stretch/>
        </p:blipFill>
        <p:spPr>
          <a:xfrm>
            <a:off x="6619027" y="4306289"/>
            <a:ext cx="4427045" cy="350580"/>
          </a:xfrm>
          <a:prstGeom prst="rect">
            <a:avLst/>
          </a:prstGeom>
          <a:effectLst>
            <a:outerShdw blurRad="152400" dist="63500" dir="2700000" algn="tl" rotWithShape="0">
              <a:prstClr val="black"/>
            </a:outerShdw>
          </a:effec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67DB9FD-E55C-2CBE-D8CE-34F73F484790}"/>
              </a:ext>
            </a:extLst>
          </p:cNvPr>
          <p:cNvSpPr/>
          <p:nvPr/>
        </p:nvSpPr>
        <p:spPr>
          <a:xfrm>
            <a:off x="789718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575A0E6-FB35-C2C5-ACFF-6B107ADC3D90}"/>
              </a:ext>
            </a:extLst>
          </p:cNvPr>
          <p:cNvSpPr/>
          <p:nvPr/>
        </p:nvSpPr>
        <p:spPr>
          <a:xfrm>
            <a:off x="1406190" y="741164"/>
            <a:ext cx="1831771" cy="154717"/>
          </a:xfrm>
          <a:prstGeom prst="rect">
            <a:avLst/>
          </a:prstGeom>
          <a:gradFill>
            <a:gsLst>
              <a:gs pos="87000">
                <a:srgbClr val="F7F7F7"/>
              </a:gs>
              <a:gs pos="9000">
                <a:srgbClr val="BABABA"/>
              </a:gs>
              <a:gs pos="49000">
                <a:srgbClr val="DADADA"/>
              </a:gs>
              <a:gs pos="24000">
                <a:srgbClr val="E4E4E4"/>
              </a:gs>
              <a:gs pos="94000">
                <a:srgbClr val="E1E1E1"/>
              </a:gs>
              <a:gs pos="7000">
                <a:srgbClr val="ADADA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BAE6C8-3DB2-6D37-79A2-0DEE7023E077}"/>
              </a:ext>
            </a:extLst>
          </p:cNvPr>
          <p:cNvSpPr/>
          <p:nvPr/>
        </p:nvSpPr>
        <p:spPr>
          <a:xfrm flipH="1">
            <a:off x="855156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6F52346-4985-9B7A-F3DB-B3208A113B12}"/>
              </a:ext>
            </a:extLst>
          </p:cNvPr>
          <p:cNvSpPr/>
          <p:nvPr/>
        </p:nvSpPr>
        <p:spPr>
          <a:xfrm>
            <a:off x="924717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3C027C5-E284-7627-B9CC-0747E2C38E66}"/>
              </a:ext>
            </a:extLst>
          </p:cNvPr>
          <p:cNvSpPr/>
          <p:nvPr/>
        </p:nvSpPr>
        <p:spPr>
          <a:xfrm flipH="1">
            <a:off x="990155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32ACDF4-DE02-DF62-18CC-CA81AFFAD816}"/>
              </a:ext>
            </a:extLst>
          </p:cNvPr>
          <p:cNvSpPr/>
          <p:nvPr/>
        </p:nvSpPr>
        <p:spPr>
          <a:xfrm>
            <a:off x="1059716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2DE2B89E-75F2-6635-2C03-020490E7AA0C}"/>
              </a:ext>
            </a:extLst>
          </p:cNvPr>
          <p:cNvSpPr/>
          <p:nvPr/>
        </p:nvSpPr>
        <p:spPr>
          <a:xfrm flipH="1">
            <a:off x="1125154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AED78538-2770-D0FF-009A-7D21D48C4DC2}"/>
              </a:ext>
            </a:extLst>
          </p:cNvPr>
          <p:cNvSpPr/>
          <p:nvPr/>
        </p:nvSpPr>
        <p:spPr>
          <a:xfrm>
            <a:off x="1194715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64C21109-F641-BDAE-F945-77F149F26804}"/>
              </a:ext>
            </a:extLst>
          </p:cNvPr>
          <p:cNvSpPr/>
          <p:nvPr/>
        </p:nvSpPr>
        <p:spPr>
          <a:xfrm flipH="1">
            <a:off x="1260153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CA88FCAD-3250-6535-89CE-EA79A5992AA4}"/>
              </a:ext>
            </a:extLst>
          </p:cNvPr>
          <p:cNvSpPr/>
          <p:nvPr/>
        </p:nvSpPr>
        <p:spPr>
          <a:xfrm>
            <a:off x="1327405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C51A3FE4-CA4A-0746-DD05-7E36E540A632}"/>
              </a:ext>
            </a:extLst>
          </p:cNvPr>
          <p:cNvSpPr/>
          <p:nvPr/>
        </p:nvSpPr>
        <p:spPr>
          <a:xfrm flipH="1">
            <a:off x="1392844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A1B2FA10-51F5-3C2E-4A35-51718B6FEEC8}"/>
              </a:ext>
            </a:extLst>
          </p:cNvPr>
          <p:cNvSpPr/>
          <p:nvPr/>
        </p:nvSpPr>
        <p:spPr>
          <a:xfrm>
            <a:off x="1462404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5BC7E28-4842-EE12-1271-4DB2CAE54356}"/>
              </a:ext>
            </a:extLst>
          </p:cNvPr>
          <p:cNvSpPr/>
          <p:nvPr/>
        </p:nvSpPr>
        <p:spPr>
          <a:xfrm flipH="1">
            <a:off x="1527842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7205390B-B4A8-B686-D7E0-3B6B23191396}"/>
              </a:ext>
            </a:extLst>
          </p:cNvPr>
          <p:cNvSpPr/>
          <p:nvPr/>
        </p:nvSpPr>
        <p:spPr>
          <a:xfrm>
            <a:off x="1597403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0FB7AB5-B12E-59B9-03C8-1FFBF7C6DF42}"/>
              </a:ext>
            </a:extLst>
          </p:cNvPr>
          <p:cNvSpPr/>
          <p:nvPr/>
        </p:nvSpPr>
        <p:spPr>
          <a:xfrm flipH="1">
            <a:off x="1662841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495D055E-D019-82F9-8416-9D997115026E}"/>
              </a:ext>
            </a:extLst>
          </p:cNvPr>
          <p:cNvSpPr/>
          <p:nvPr/>
        </p:nvSpPr>
        <p:spPr>
          <a:xfrm>
            <a:off x="1732402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E0C084B-FEEF-1931-E9ED-528F0B2D629D}"/>
              </a:ext>
            </a:extLst>
          </p:cNvPr>
          <p:cNvSpPr/>
          <p:nvPr/>
        </p:nvSpPr>
        <p:spPr>
          <a:xfrm flipH="1">
            <a:off x="1797840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C412416F-71C2-EA3E-2307-3AA5ECAC683A}"/>
              </a:ext>
            </a:extLst>
          </p:cNvPr>
          <p:cNvSpPr/>
          <p:nvPr/>
        </p:nvSpPr>
        <p:spPr>
          <a:xfrm>
            <a:off x="1865285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18889F1-E9A8-799D-93F3-0AFCADAD73C1}"/>
              </a:ext>
            </a:extLst>
          </p:cNvPr>
          <p:cNvSpPr/>
          <p:nvPr/>
        </p:nvSpPr>
        <p:spPr>
          <a:xfrm flipH="1">
            <a:off x="1930723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2CDEEDE3-93F7-B365-8EE3-A8E6D337F9E6}"/>
              </a:ext>
            </a:extLst>
          </p:cNvPr>
          <p:cNvSpPr/>
          <p:nvPr/>
        </p:nvSpPr>
        <p:spPr>
          <a:xfrm>
            <a:off x="2000284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0B77E0C-8BC5-6E5C-3FE7-7BBCD6C7B072}"/>
              </a:ext>
            </a:extLst>
          </p:cNvPr>
          <p:cNvSpPr/>
          <p:nvPr/>
        </p:nvSpPr>
        <p:spPr>
          <a:xfrm flipH="1">
            <a:off x="2065722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9ACE6FA9-F723-AE29-8885-49B5331AEB64}"/>
              </a:ext>
            </a:extLst>
          </p:cNvPr>
          <p:cNvSpPr/>
          <p:nvPr/>
        </p:nvSpPr>
        <p:spPr>
          <a:xfrm>
            <a:off x="2135283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20BE630-F9BD-3738-4B6E-CCE18BC460C1}"/>
              </a:ext>
            </a:extLst>
          </p:cNvPr>
          <p:cNvSpPr/>
          <p:nvPr/>
        </p:nvSpPr>
        <p:spPr>
          <a:xfrm flipH="1">
            <a:off x="2200721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A5BFA023-2B47-C9C6-4E0B-56697A2C80A9}"/>
              </a:ext>
            </a:extLst>
          </p:cNvPr>
          <p:cNvSpPr/>
          <p:nvPr/>
        </p:nvSpPr>
        <p:spPr>
          <a:xfrm>
            <a:off x="2270282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B6CD739E-CE7F-1492-AB40-D3326BB54C62}"/>
              </a:ext>
            </a:extLst>
          </p:cNvPr>
          <p:cNvSpPr/>
          <p:nvPr/>
        </p:nvSpPr>
        <p:spPr>
          <a:xfrm flipH="1">
            <a:off x="2335720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9B0E0A9-C624-E693-BCD1-76E20D4FA63F}"/>
              </a:ext>
            </a:extLst>
          </p:cNvPr>
          <p:cNvSpPr/>
          <p:nvPr/>
        </p:nvSpPr>
        <p:spPr>
          <a:xfrm>
            <a:off x="2406228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CD2DAE7A-60DD-9D5E-F228-482208738093}"/>
              </a:ext>
            </a:extLst>
          </p:cNvPr>
          <p:cNvSpPr/>
          <p:nvPr/>
        </p:nvSpPr>
        <p:spPr>
          <a:xfrm flipH="1">
            <a:off x="2471666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8E374D85-4F7B-EDDF-69F3-8ABF64F54D1D}"/>
              </a:ext>
            </a:extLst>
          </p:cNvPr>
          <p:cNvSpPr/>
          <p:nvPr/>
        </p:nvSpPr>
        <p:spPr>
          <a:xfrm>
            <a:off x="2541227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5B7D2B20-58CD-9D7D-A3E6-054FFDEED013}"/>
              </a:ext>
            </a:extLst>
          </p:cNvPr>
          <p:cNvSpPr/>
          <p:nvPr/>
        </p:nvSpPr>
        <p:spPr>
          <a:xfrm flipH="1">
            <a:off x="2606665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8EE36456-5261-30A1-F77C-BC1B4823843A}"/>
              </a:ext>
            </a:extLst>
          </p:cNvPr>
          <p:cNvSpPr/>
          <p:nvPr/>
        </p:nvSpPr>
        <p:spPr>
          <a:xfrm>
            <a:off x="2676226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C7F9762-EE55-5CB7-E561-0FEFD0F7643C}"/>
              </a:ext>
            </a:extLst>
          </p:cNvPr>
          <p:cNvSpPr/>
          <p:nvPr/>
        </p:nvSpPr>
        <p:spPr>
          <a:xfrm flipH="1">
            <a:off x="2741664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C15BEC45-D62A-EA41-2CBA-45615A3CFD3A}"/>
              </a:ext>
            </a:extLst>
          </p:cNvPr>
          <p:cNvSpPr/>
          <p:nvPr/>
        </p:nvSpPr>
        <p:spPr>
          <a:xfrm>
            <a:off x="2811224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C2D91952-2C2C-AB8D-E56A-4E3A20B778A4}"/>
              </a:ext>
            </a:extLst>
          </p:cNvPr>
          <p:cNvSpPr/>
          <p:nvPr/>
        </p:nvSpPr>
        <p:spPr>
          <a:xfrm flipH="1">
            <a:off x="2876663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02DBA641-D17C-A927-D5FC-021CB333EBA6}"/>
              </a:ext>
            </a:extLst>
          </p:cNvPr>
          <p:cNvSpPr/>
          <p:nvPr/>
        </p:nvSpPr>
        <p:spPr>
          <a:xfrm>
            <a:off x="2943915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98C31453-6CFE-9A97-DD40-307C12AC3CA1}"/>
              </a:ext>
            </a:extLst>
          </p:cNvPr>
          <p:cNvSpPr/>
          <p:nvPr/>
        </p:nvSpPr>
        <p:spPr>
          <a:xfrm flipH="1">
            <a:off x="3009353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08DE8022-20D2-0CC2-465C-4AAD9B0A36A9}"/>
              </a:ext>
            </a:extLst>
          </p:cNvPr>
          <p:cNvSpPr/>
          <p:nvPr/>
        </p:nvSpPr>
        <p:spPr>
          <a:xfrm>
            <a:off x="3078914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9428573-10A4-8BC4-F759-D0062869283E}"/>
              </a:ext>
            </a:extLst>
          </p:cNvPr>
          <p:cNvSpPr/>
          <p:nvPr/>
        </p:nvSpPr>
        <p:spPr>
          <a:xfrm flipH="1">
            <a:off x="3144352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B840376F-2E67-9DE2-457C-6F2DCE6CD91A}"/>
              </a:ext>
            </a:extLst>
          </p:cNvPr>
          <p:cNvSpPr/>
          <p:nvPr/>
        </p:nvSpPr>
        <p:spPr>
          <a:xfrm>
            <a:off x="3213913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9F747751-E7EF-47A1-8F7E-7A0EB57CA91C}"/>
              </a:ext>
            </a:extLst>
          </p:cNvPr>
          <p:cNvSpPr/>
          <p:nvPr/>
        </p:nvSpPr>
        <p:spPr>
          <a:xfrm flipH="1">
            <a:off x="3279351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935EA58F-FE20-F227-F72D-3365D7F3C6EF}"/>
              </a:ext>
            </a:extLst>
          </p:cNvPr>
          <p:cNvSpPr/>
          <p:nvPr/>
        </p:nvSpPr>
        <p:spPr>
          <a:xfrm>
            <a:off x="3348912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342825F7-070A-4664-33B2-6B6C0F59956E}"/>
              </a:ext>
            </a:extLst>
          </p:cNvPr>
          <p:cNvSpPr/>
          <p:nvPr/>
        </p:nvSpPr>
        <p:spPr>
          <a:xfrm flipH="1">
            <a:off x="3414350" y="-25794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BE8F7156-5B17-454D-D77B-9495B7DD1080}"/>
              </a:ext>
            </a:extLst>
          </p:cNvPr>
          <p:cNvSpPr/>
          <p:nvPr/>
        </p:nvSpPr>
        <p:spPr>
          <a:xfrm>
            <a:off x="3481795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3805290C-45F3-20C5-0F95-ECD0E275F041}"/>
              </a:ext>
            </a:extLst>
          </p:cNvPr>
          <p:cNvSpPr/>
          <p:nvPr/>
        </p:nvSpPr>
        <p:spPr>
          <a:xfrm flipH="1">
            <a:off x="3547233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1E991E78-2252-624F-9A9C-14523B7B42F2}"/>
              </a:ext>
            </a:extLst>
          </p:cNvPr>
          <p:cNvSpPr/>
          <p:nvPr/>
        </p:nvSpPr>
        <p:spPr>
          <a:xfrm>
            <a:off x="3616794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E4A682A7-5700-83A2-115C-85B9C10E15EC}"/>
              </a:ext>
            </a:extLst>
          </p:cNvPr>
          <p:cNvSpPr/>
          <p:nvPr/>
        </p:nvSpPr>
        <p:spPr>
          <a:xfrm flipH="1">
            <a:off x="3682232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D1016E95-256B-C209-F33C-90629DD212B8}"/>
              </a:ext>
            </a:extLst>
          </p:cNvPr>
          <p:cNvSpPr/>
          <p:nvPr/>
        </p:nvSpPr>
        <p:spPr>
          <a:xfrm>
            <a:off x="3751793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B031C337-F349-84CE-15E2-A945EB0C8C3B}"/>
              </a:ext>
            </a:extLst>
          </p:cNvPr>
          <p:cNvSpPr/>
          <p:nvPr/>
        </p:nvSpPr>
        <p:spPr>
          <a:xfrm flipH="1">
            <a:off x="3817231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5F61F341-567E-1600-B793-6B9A769C7FA9}"/>
              </a:ext>
            </a:extLst>
          </p:cNvPr>
          <p:cNvSpPr/>
          <p:nvPr/>
        </p:nvSpPr>
        <p:spPr>
          <a:xfrm>
            <a:off x="3886792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8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7A1C0303-E757-5827-176F-02B3930C3E18}"/>
              </a:ext>
            </a:extLst>
          </p:cNvPr>
          <p:cNvSpPr/>
          <p:nvPr/>
        </p:nvSpPr>
        <p:spPr>
          <a:xfrm flipH="1">
            <a:off x="3952230" y="-26433"/>
            <a:ext cx="69561" cy="489170"/>
          </a:xfrm>
          <a:prstGeom prst="rect">
            <a:avLst/>
          </a:prstGeom>
          <a:gradFill>
            <a:gsLst>
              <a:gs pos="100000">
                <a:srgbClr val="81CDFF"/>
              </a:gs>
              <a:gs pos="13000">
                <a:srgbClr val="58ABF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8F0E0B4-7F11-A37B-6B57-375462A46C26}"/>
              </a:ext>
            </a:extLst>
          </p:cNvPr>
          <p:cNvSpPr/>
          <p:nvPr/>
        </p:nvSpPr>
        <p:spPr>
          <a:xfrm>
            <a:off x="5253338" y="189354"/>
            <a:ext cx="3240708" cy="489170"/>
          </a:xfrm>
          <a:prstGeom prst="rect">
            <a:avLst/>
          </a:prstGeom>
          <a:gradFill>
            <a:gsLst>
              <a:gs pos="72000">
                <a:srgbClr val="4D92D1">
                  <a:alpha val="60000"/>
                </a:srgbClr>
              </a:gs>
              <a:gs pos="96000">
                <a:srgbClr val="81CDFF">
                  <a:alpha val="0"/>
                </a:srgbClr>
              </a:gs>
              <a:gs pos="43000">
                <a:srgbClr val="1F5DA9">
                  <a:alpha val="49804"/>
                </a:srgbClr>
              </a:gs>
              <a:gs pos="28000">
                <a:srgbClr val="77AAE6">
                  <a:alpha val="80000"/>
                </a:srgbClr>
              </a:gs>
              <a:gs pos="7000">
                <a:srgbClr val="B6D2F0"/>
              </a:gs>
              <a:gs pos="2000">
                <a:srgbClr val="37549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1117" name="Picture 1116">
            <a:extLst>
              <a:ext uri="{FF2B5EF4-FFF2-40B4-BE49-F238E27FC236}">
                <a16:creationId xmlns:a16="http://schemas.microsoft.com/office/drawing/2014/main" id="{4BE2B835-180E-4B73-8BD9-8382508970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9027" y="4775835"/>
            <a:ext cx="4427045" cy="350581"/>
          </a:xfrm>
          <a:prstGeom prst="rect">
            <a:avLst/>
          </a:prstGeom>
          <a:effectLst>
            <a:outerShdw blurRad="152400" dist="63500" dir="2700000" algn="tl" rotWithShape="0">
              <a:prstClr val="black"/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27F2A6-819B-13B9-6FCA-2A0671EE6E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  <a14:imgEffect>
                      <a14:brightnessContrast bright="1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0686" y="1127851"/>
            <a:ext cx="6626926" cy="280440"/>
          </a:xfrm>
          <a:prstGeom prst="rect">
            <a:avLst/>
          </a:prstGeom>
        </p:spPr>
      </p:pic>
      <p:sp>
        <p:nvSpPr>
          <p:cNvPr id="5" name="Oval 55">
            <a:extLst>
              <a:ext uri="{FF2B5EF4-FFF2-40B4-BE49-F238E27FC236}">
                <a16:creationId xmlns:a16="http://schemas.microsoft.com/office/drawing/2014/main" id="{9363CB66-EFDE-C1FA-0B14-6D9149A6925A}"/>
              </a:ext>
            </a:extLst>
          </p:cNvPr>
          <p:cNvSpPr/>
          <p:nvPr/>
        </p:nvSpPr>
        <p:spPr>
          <a:xfrm>
            <a:off x="1675320" y="1580313"/>
            <a:ext cx="1150277" cy="842932"/>
          </a:xfrm>
          <a:prstGeom prst="ellipse">
            <a:avLst/>
          </a:prstGeom>
          <a:gradFill flip="none" rotWithShape="1">
            <a:gsLst>
              <a:gs pos="80000">
                <a:srgbClr val="BAE4FF"/>
              </a:gs>
              <a:gs pos="99000">
                <a:srgbClr val="CCF7FD"/>
              </a:gs>
              <a:gs pos="45000">
                <a:srgbClr val="7FACDD"/>
              </a:gs>
            </a:gsLst>
            <a:lin ang="5400000" scaled="0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</p:spTree>
    <p:extLst>
      <p:ext uri="{BB962C8B-B14F-4D97-AF65-F5344CB8AC3E}">
        <p14:creationId xmlns:p14="http://schemas.microsoft.com/office/powerpoint/2010/main" val="1491367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AC11FC-772C-A0EE-9837-6B8813F1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32" y="0"/>
            <a:ext cx="4494101" cy="3137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E1463-2F59-C78C-8B43-654C3EF27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9" y="1803012"/>
            <a:ext cx="2679268" cy="2407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1D292C-5C9B-AA86-6DEB-86B84D6F9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30" y="3656053"/>
            <a:ext cx="3056562" cy="2569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2DB232-7E0E-5556-4CFD-04B4BC1E8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533" y="296889"/>
            <a:ext cx="4140687" cy="2502560"/>
          </a:xfrm>
          <a:prstGeom prst="rect">
            <a:avLst/>
          </a:prstGeom>
        </p:spPr>
      </p:pic>
      <p:sp>
        <p:nvSpPr>
          <p:cNvPr id="12" name="Hexagon 11">
            <a:extLst>
              <a:ext uri="{FF2B5EF4-FFF2-40B4-BE49-F238E27FC236}">
                <a16:creationId xmlns:a16="http://schemas.microsoft.com/office/drawing/2014/main" id="{02B09EDE-1A22-A3F2-DC55-4916E9FE74A7}"/>
              </a:ext>
            </a:extLst>
          </p:cNvPr>
          <p:cNvSpPr/>
          <p:nvPr/>
        </p:nvSpPr>
        <p:spPr>
          <a:xfrm>
            <a:off x="4339973" y="0"/>
            <a:ext cx="593861" cy="244172"/>
          </a:xfrm>
          <a:custGeom>
            <a:avLst/>
            <a:gdLst>
              <a:gd name="connsiteX0" fmla="*/ 0 w 1188720"/>
              <a:gd name="connsiteY0" fmla="*/ 104458 h 208915"/>
              <a:gd name="connsiteX1" fmla="*/ 90329 w 1188720"/>
              <a:gd name="connsiteY1" fmla="*/ 0 h 208915"/>
              <a:gd name="connsiteX2" fmla="*/ 1098391 w 1188720"/>
              <a:gd name="connsiteY2" fmla="*/ 0 h 208915"/>
              <a:gd name="connsiteX3" fmla="*/ 1188720 w 1188720"/>
              <a:gd name="connsiteY3" fmla="*/ 104458 h 208915"/>
              <a:gd name="connsiteX4" fmla="*/ 1098391 w 1188720"/>
              <a:gd name="connsiteY4" fmla="*/ 208915 h 208915"/>
              <a:gd name="connsiteX5" fmla="*/ 90329 w 1188720"/>
              <a:gd name="connsiteY5" fmla="*/ 208915 h 208915"/>
              <a:gd name="connsiteX6" fmla="*/ 0 w 1188720"/>
              <a:gd name="connsiteY6" fmla="*/ 104458 h 208915"/>
              <a:gd name="connsiteX0" fmla="*/ 0 w 1188720"/>
              <a:gd name="connsiteY0" fmla="*/ 104458 h 487045"/>
              <a:gd name="connsiteX1" fmla="*/ 90329 w 1188720"/>
              <a:gd name="connsiteY1" fmla="*/ 0 h 487045"/>
              <a:gd name="connsiteX2" fmla="*/ 1098391 w 1188720"/>
              <a:gd name="connsiteY2" fmla="*/ 0 h 487045"/>
              <a:gd name="connsiteX3" fmla="*/ 1188720 w 1188720"/>
              <a:gd name="connsiteY3" fmla="*/ 104458 h 487045"/>
              <a:gd name="connsiteX4" fmla="*/ 1098391 w 1188720"/>
              <a:gd name="connsiteY4" fmla="*/ 208915 h 487045"/>
              <a:gd name="connsiteX5" fmla="*/ 2699 w 1188720"/>
              <a:gd name="connsiteY5" fmla="*/ 487045 h 487045"/>
              <a:gd name="connsiteX6" fmla="*/ 0 w 1188720"/>
              <a:gd name="connsiteY6" fmla="*/ 104458 h 487045"/>
              <a:gd name="connsiteX0" fmla="*/ 16384 w 1186054"/>
              <a:gd name="connsiteY0" fmla="*/ 104458 h 487045"/>
              <a:gd name="connsiteX1" fmla="*/ 87663 w 1186054"/>
              <a:gd name="connsiteY1" fmla="*/ 0 h 487045"/>
              <a:gd name="connsiteX2" fmla="*/ 1095725 w 1186054"/>
              <a:gd name="connsiteY2" fmla="*/ 0 h 487045"/>
              <a:gd name="connsiteX3" fmla="*/ 1186054 w 1186054"/>
              <a:gd name="connsiteY3" fmla="*/ 104458 h 487045"/>
              <a:gd name="connsiteX4" fmla="*/ 1095725 w 1186054"/>
              <a:gd name="connsiteY4" fmla="*/ 208915 h 487045"/>
              <a:gd name="connsiteX5" fmla="*/ 33 w 1186054"/>
              <a:gd name="connsiteY5" fmla="*/ 487045 h 487045"/>
              <a:gd name="connsiteX6" fmla="*/ 16384 w 1186054"/>
              <a:gd name="connsiteY6" fmla="*/ 104458 h 487045"/>
              <a:gd name="connsiteX0" fmla="*/ 5004 w 1186104"/>
              <a:gd name="connsiteY0" fmla="*/ 104458 h 487045"/>
              <a:gd name="connsiteX1" fmla="*/ 87713 w 1186104"/>
              <a:gd name="connsiteY1" fmla="*/ 0 h 487045"/>
              <a:gd name="connsiteX2" fmla="*/ 1095775 w 1186104"/>
              <a:gd name="connsiteY2" fmla="*/ 0 h 487045"/>
              <a:gd name="connsiteX3" fmla="*/ 1186104 w 1186104"/>
              <a:gd name="connsiteY3" fmla="*/ 104458 h 487045"/>
              <a:gd name="connsiteX4" fmla="*/ 1095775 w 1186104"/>
              <a:gd name="connsiteY4" fmla="*/ 208915 h 487045"/>
              <a:gd name="connsiteX5" fmla="*/ 83 w 1186104"/>
              <a:gd name="connsiteY5" fmla="*/ 487045 h 487045"/>
              <a:gd name="connsiteX6" fmla="*/ 5004 w 1186104"/>
              <a:gd name="connsiteY6" fmla="*/ 104458 h 487045"/>
              <a:gd name="connsiteX0" fmla="*/ 5004 w 1186104"/>
              <a:gd name="connsiteY0" fmla="*/ 104458 h 487045"/>
              <a:gd name="connsiteX1" fmla="*/ 87713 w 1186104"/>
              <a:gd name="connsiteY1" fmla="*/ 0 h 487045"/>
              <a:gd name="connsiteX2" fmla="*/ 1095775 w 1186104"/>
              <a:gd name="connsiteY2" fmla="*/ 0 h 487045"/>
              <a:gd name="connsiteX3" fmla="*/ 1186104 w 1186104"/>
              <a:gd name="connsiteY3" fmla="*/ 104458 h 487045"/>
              <a:gd name="connsiteX4" fmla="*/ 1183405 w 1186104"/>
              <a:gd name="connsiteY4" fmla="*/ 487045 h 487045"/>
              <a:gd name="connsiteX5" fmla="*/ 83 w 1186104"/>
              <a:gd name="connsiteY5" fmla="*/ 487045 h 487045"/>
              <a:gd name="connsiteX6" fmla="*/ 5004 w 1186104"/>
              <a:gd name="connsiteY6" fmla="*/ 104458 h 487045"/>
              <a:gd name="connsiteX0" fmla="*/ 5004 w 1183422"/>
              <a:gd name="connsiteY0" fmla="*/ 104458 h 487045"/>
              <a:gd name="connsiteX1" fmla="*/ 87713 w 1183422"/>
              <a:gd name="connsiteY1" fmla="*/ 0 h 487045"/>
              <a:gd name="connsiteX2" fmla="*/ 1095775 w 1183422"/>
              <a:gd name="connsiteY2" fmla="*/ 0 h 487045"/>
              <a:gd name="connsiteX3" fmla="*/ 1151814 w 1183422"/>
              <a:gd name="connsiteY3" fmla="*/ 104458 h 487045"/>
              <a:gd name="connsiteX4" fmla="*/ 1183405 w 1183422"/>
              <a:gd name="connsiteY4" fmla="*/ 487045 h 487045"/>
              <a:gd name="connsiteX5" fmla="*/ 83 w 1183422"/>
              <a:gd name="connsiteY5" fmla="*/ 487045 h 487045"/>
              <a:gd name="connsiteX6" fmla="*/ 5004 w 1183422"/>
              <a:gd name="connsiteY6" fmla="*/ 104458 h 487045"/>
              <a:gd name="connsiteX0" fmla="*/ 5004 w 1183434"/>
              <a:gd name="connsiteY0" fmla="*/ 104458 h 487045"/>
              <a:gd name="connsiteX1" fmla="*/ 87713 w 1183434"/>
              <a:gd name="connsiteY1" fmla="*/ 0 h 487045"/>
              <a:gd name="connsiteX2" fmla="*/ 1095775 w 1183434"/>
              <a:gd name="connsiteY2" fmla="*/ 0 h 487045"/>
              <a:gd name="connsiteX3" fmla="*/ 1165149 w 1183434"/>
              <a:gd name="connsiteY3" fmla="*/ 93028 h 487045"/>
              <a:gd name="connsiteX4" fmla="*/ 1183405 w 1183434"/>
              <a:gd name="connsiteY4" fmla="*/ 487045 h 487045"/>
              <a:gd name="connsiteX5" fmla="*/ 83 w 1183434"/>
              <a:gd name="connsiteY5" fmla="*/ 487045 h 487045"/>
              <a:gd name="connsiteX6" fmla="*/ 5004 w 1183434"/>
              <a:gd name="connsiteY6" fmla="*/ 104458 h 487045"/>
              <a:gd name="connsiteX0" fmla="*/ 5004 w 1183434"/>
              <a:gd name="connsiteY0" fmla="*/ 104458 h 487045"/>
              <a:gd name="connsiteX1" fmla="*/ 87713 w 1183434"/>
              <a:gd name="connsiteY1" fmla="*/ 0 h 487045"/>
              <a:gd name="connsiteX2" fmla="*/ 1095775 w 1183434"/>
              <a:gd name="connsiteY2" fmla="*/ 0 h 487045"/>
              <a:gd name="connsiteX3" fmla="*/ 1165149 w 1183434"/>
              <a:gd name="connsiteY3" fmla="*/ 93028 h 487045"/>
              <a:gd name="connsiteX4" fmla="*/ 1183405 w 1183434"/>
              <a:gd name="connsiteY4" fmla="*/ 487045 h 487045"/>
              <a:gd name="connsiteX5" fmla="*/ 83 w 1183434"/>
              <a:gd name="connsiteY5" fmla="*/ 487045 h 487045"/>
              <a:gd name="connsiteX6" fmla="*/ 5004 w 1183434"/>
              <a:gd name="connsiteY6" fmla="*/ 104458 h 487045"/>
              <a:gd name="connsiteX0" fmla="*/ 5004 w 1185911"/>
              <a:gd name="connsiteY0" fmla="*/ 104458 h 487045"/>
              <a:gd name="connsiteX1" fmla="*/ 87713 w 1185911"/>
              <a:gd name="connsiteY1" fmla="*/ 0 h 487045"/>
              <a:gd name="connsiteX2" fmla="*/ 1095775 w 1185911"/>
              <a:gd name="connsiteY2" fmla="*/ 0 h 487045"/>
              <a:gd name="connsiteX3" fmla="*/ 1165149 w 1185911"/>
              <a:gd name="connsiteY3" fmla="*/ 93028 h 487045"/>
              <a:gd name="connsiteX4" fmla="*/ 1183405 w 1185911"/>
              <a:gd name="connsiteY4" fmla="*/ 487045 h 487045"/>
              <a:gd name="connsiteX5" fmla="*/ 83 w 1185911"/>
              <a:gd name="connsiteY5" fmla="*/ 487045 h 487045"/>
              <a:gd name="connsiteX6" fmla="*/ 5004 w 1185911"/>
              <a:gd name="connsiteY6" fmla="*/ 104458 h 487045"/>
              <a:gd name="connsiteX0" fmla="*/ 5004 w 1185911"/>
              <a:gd name="connsiteY0" fmla="*/ 104458 h 487045"/>
              <a:gd name="connsiteX1" fmla="*/ 87713 w 1185911"/>
              <a:gd name="connsiteY1" fmla="*/ 0 h 487045"/>
              <a:gd name="connsiteX2" fmla="*/ 1095775 w 1185911"/>
              <a:gd name="connsiteY2" fmla="*/ 0 h 487045"/>
              <a:gd name="connsiteX3" fmla="*/ 1165149 w 1185911"/>
              <a:gd name="connsiteY3" fmla="*/ 93028 h 487045"/>
              <a:gd name="connsiteX4" fmla="*/ 1183405 w 1185911"/>
              <a:gd name="connsiteY4" fmla="*/ 487045 h 487045"/>
              <a:gd name="connsiteX5" fmla="*/ 83 w 1185911"/>
              <a:gd name="connsiteY5" fmla="*/ 487045 h 487045"/>
              <a:gd name="connsiteX6" fmla="*/ 5004 w 1185911"/>
              <a:gd name="connsiteY6" fmla="*/ 104458 h 487045"/>
              <a:gd name="connsiteX0" fmla="*/ 5004 w 1183485"/>
              <a:gd name="connsiteY0" fmla="*/ 104458 h 487045"/>
              <a:gd name="connsiteX1" fmla="*/ 87713 w 1183485"/>
              <a:gd name="connsiteY1" fmla="*/ 0 h 487045"/>
              <a:gd name="connsiteX2" fmla="*/ 1095775 w 1183485"/>
              <a:gd name="connsiteY2" fmla="*/ 0 h 487045"/>
              <a:gd name="connsiteX3" fmla="*/ 1165149 w 1183485"/>
              <a:gd name="connsiteY3" fmla="*/ 93028 h 487045"/>
              <a:gd name="connsiteX4" fmla="*/ 1183405 w 1183485"/>
              <a:gd name="connsiteY4" fmla="*/ 487045 h 487045"/>
              <a:gd name="connsiteX5" fmla="*/ 83 w 1183485"/>
              <a:gd name="connsiteY5" fmla="*/ 487045 h 487045"/>
              <a:gd name="connsiteX6" fmla="*/ 5004 w 1183485"/>
              <a:gd name="connsiteY6" fmla="*/ 104458 h 487045"/>
              <a:gd name="connsiteX0" fmla="*/ 5004 w 1183485"/>
              <a:gd name="connsiteY0" fmla="*/ 104458 h 487045"/>
              <a:gd name="connsiteX1" fmla="*/ 87713 w 1183485"/>
              <a:gd name="connsiteY1" fmla="*/ 0 h 487045"/>
              <a:gd name="connsiteX2" fmla="*/ 1095775 w 1183485"/>
              <a:gd name="connsiteY2" fmla="*/ 0 h 487045"/>
              <a:gd name="connsiteX3" fmla="*/ 1165149 w 1183485"/>
              <a:gd name="connsiteY3" fmla="*/ 93028 h 487045"/>
              <a:gd name="connsiteX4" fmla="*/ 1183405 w 1183485"/>
              <a:gd name="connsiteY4" fmla="*/ 487045 h 487045"/>
              <a:gd name="connsiteX5" fmla="*/ 83 w 1183485"/>
              <a:gd name="connsiteY5" fmla="*/ 487045 h 487045"/>
              <a:gd name="connsiteX6" fmla="*/ 5004 w 1183485"/>
              <a:gd name="connsiteY6" fmla="*/ 104458 h 487045"/>
              <a:gd name="connsiteX0" fmla="*/ 5004 w 1183485"/>
              <a:gd name="connsiteY0" fmla="*/ 104458 h 487045"/>
              <a:gd name="connsiteX1" fmla="*/ 87713 w 1183485"/>
              <a:gd name="connsiteY1" fmla="*/ 0 h 487045"/>
              <a:gd name="connsiteX2" fmla="*/ 1095775 w 1183485"/>
              <a:gd name="connsiteY2" fmla="*/ 0 h 487045"/>
              <a:gd name="connsiteX3" fmla="*/ 1165149 w 1183485"/>
              <a:gd name="connsiteY3" fmla="*/ 93028 h 487045"/>
              <a:gd name="connsiteX4" fmla="*/ 1183405 w 1183485"/>
              <a:gd name="connsiteY4" fmla="*/ 487045 h 487045"/>
              <a:gd name="connsiteX5" fmla="*/ 83 w 1183485"/>
              <a:gd name="connsiteY5" fmla="*/ 487045 h 487045"/>
              <a:gd name="connsiteX6" fmla="*/ 5004 w 1183485"/>
              <a:gd name="connsiteY6" fmla="*/ 104458 h 487045"/>
              <a:gd name="connsiteX0" fmla="*/ 6079 w 1184560"/>
              <a:gd name="connsiteY0" fmla="*/ 104458 h 487045"/>
              <a:gd name="connsiteX1" fmla="*/ 88788 w 1184560"/>
              <a:gd name="connsiteY1" fmla="*/ 0 h 487045"/>
              <a:gd name="connsiteX2" fmla="*/ 1096850 w 1184560"/>
              <a:gd name="connsiteY2" fmla="*/ 0 h 487045"/>
              <a:gd name="connsiteX3" fmla="*/ 1166224 w 1184560"/>
              <a:gd name="connsiteY3" fmla="*/ 93028 h 487045"/>
              <a:gd name="connsiteX4" fmla="*/ 1184480 w 1184560"/>
              <a:gd name="connsiteY4" fmla="*/ 487045 h 487045"/>
              <a:gd name="connsiteX5" fmla="*/ 1158 w 1184560"/>
              <a:gd name="connsiteY5" fmla="*/ 487045 h 487045"/>
              <a:gd name="connsiteX6" fmla="*/ 6079 w 1184560"/>
              <a:gd name="connsiteY6" fmla="*/ 104458 h 48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4560" h="487045">
                <a:moveTo>
                  <a:pt x="6079" y="104458"/>
                </a:moveTo>
                <a:cubicBezTo>
                  <a:pt x="22219" y="27729"/>
                  <a:pt x="32643" y="23389"/>
                  <a:pt x="88788" y="0"/>
                </a:cubicBezTo>
                <a:lnTo>
                  <a:pt x="1096850" y="0"/>
                </a:lnTo>
                <a:cubicBezTo>
                  <a:pt x="1146645" y="19579"/>
                  <a:pt x="1169769" y="41064"/>
                  <a:pt x="1166224" y="93028"/>
                </a:cubicBezTo>
                <a:cubicBezTo>
                  <a:pt x="1178659" y="260562"/>
                  <a:pt x="1185380" y="359516"/>
                  <a:pt x="1184480" y="487045"/>
                </a:cubicBezTo>
                <a:lnTo>
                  <a:pt x="1158" y="487045"/>
                </a:lnTo>
                <a:cubicBezTo>
                  <a:pt x="258" y="359516"/>
                  <a:pt x="-2546" y="243417"/>
                  <a:pt x="6079" y="10445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189B739-1DFC-00FF-C42B-85DB869A26C5}"/>
              </a:ext>
            </a:extLst>
          </p:cNvPr>
          <p:cNvSpPr/>
          <p:nvPr/>
        </p:nvSpPr>
        <p:spPr>
          <a:xfrm>
            <a:off x="5504049" y="350692"/>
            <a:ext cx="591951" cy="249266"/>
          </a:xfrm>
          <a:custGeom>
            <a:avLst/>
            <a:gdLst>
              <a:gd name="connsiteX0" fmla="*/ 110068 w 1180750"/>
              <a:gd name="connsiteY0" fmla="*/ 0 h 497205"/>
              <a:gd name="connsiteX1" fmla="*/ 1074492 w 1180750"/>
              <a:gd name="connsiteY1" fmla="*/ 0 h 497205"/>
              <a:gd name="connsiteX2" fmla="*/ 1161868 w 1180750"/>
              <a:gd name="connsiteY2" fmla="*/ 57917 h 497205"/>
              <a:gd name="connsiteX3" fmla="*/ 1166585 w 1180750"/>
              <a:gd name="connsiteY3" fmla="*/ 81280 h 497205"/>
              <a:gd name="connsiteX4" fmla="*/ 1169320 w 1180750"/>
              <a:gd name="connsiteY4" fmla="*/ 81280 h 497205"/>
              <a:gd name="connsiteX5" fmla="*/ 1180750 w 1180750"/>
              <a:gd name="connsiteY5" fmla="*/ 495300 h 497205"/>
              <a:gd name="connsiteX6" fmla="*/ 0 w 1180750"/>
              <a:gd name="connsiteY6" fmla="*/ 497205 h 497205"/>
              <a:gd name="connsiteX7" fmla="*/ 15240 w 1180750"/>
              <a:gd name="connsiteY7" fmla="*/ 81280 h 497205"/>
              <a:gd name="connsiteX8" fmla="*/ 17975 w 1180750"/>
              <a:gd name="connsiteY8" fmla="*/ 81280 h 497205"/>
              <a:gd name="connsiteX9" fmla="*/ 22692 w 1180750"/>
              <a:gd name="connsiteY9" fmla="*/ 57917 h 497205"/>
              <a:gd name="connsiteX10" fmla="*/ 110068 w 1180750"/>
              <a:gd name="connsiteY10" fmla="*/ 0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0750" h="497205">
                <a:moveTo>
                  <a:pt x="110068" y="0"/>
                </a:moveTo>
                <a:lnTo>
                  <a:pt x="1074492" y="0"/>
                </a:lnTo>
                <a:cubicBezTo>
                  <a:pt x="1113771" y="0"/>
                  <a:pt x="1147472" y="23881"/>
                  <a:pt x="1161868" y="57917"/>
                </a:cubicBezTo>
                <a:lnTo>
                  <a:pt x="1166585" y="81280"/>
                </a:lnTo>
                <a:lnTo>
                  <a:pt x="1169320" y="81280"/>
                </a:lnTo>
                <a:lnTo>
                  <a:pt x="1180750" y="495300"/>
                </a:lnTo>
                <a:lnTo>
                  <a:pt x="0" y="497205"/>
                </a:lnTo>
                <a:lnTo>
                  <a:pt x="15240" y="81280"/>
                </a:lnTo>
                <a:lnTo>
                  <a:pt x="17975" y="81280"/>
                </a:lnTo>
                <a:lnTo>
                  <a:pt x="22692" y="57917"/>
                </a:lnTo>
                <a:cubicBezTo>
                  <a:pt x="37088" y="23881"/>
                  <a:pt x="70789" y="0"/>
                  <a:pt x="110068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902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3C55A94-987F-30DB-93D4-2D14B9129A82}"/>
              </a:ext>
            </a:extLst>
          </p:cNvPr>
          <p:cNvSpPr/>
          <p:nvPr/>
        </p:nvSpPr>
        <p:spPr>
          <a:xfrm>
            <a:off x="5288241" y="990936"/>
            <a:ext cx="807759" cy="249266"/>
          </a:xfrm>
          <a:custGeom>
            <a:avLst/>
            <a:gdLst>
              <a:gd name="connsiteX0" fmla="*/ 110068 w 1180750"/>
              <a:gd name="connsiteY0" fmla="*/ 0 h 497205"/>
              <a:gd name="connsiteX1" fmla="*/ 1074492 w 1180750"/>
              <a:gd name="connsiteY1" fmla="*/ 0 h 497205"/>
              <a:gd name="connsiteX2" fmla="*/ 1161868 w 1180750"/>
              <a:gd name="connsiteY2" fmla="*/ 57917 h 497205"/>
              <a:gd name="connsiteX3" fmla="*/ 1166585 w 1180750"/>
              <a:gd name="connsiteY3" fmla="*/ 81280 h 497205"/>
              <a:gd name="connsiteX4" fmla="*/ 1169320 w 1180750"/>
              <a:gd name="connsiteY4" fmla="*/ 81280 h 497205"/>
              <a:gd name="connsiteX5" fmla="*/ 1180750 w 1180750"/>
              <a:gd name="connsiteY5" fmla="*/ 495300 h 497205"/>
              <a:gd name="connsiteX6" fmla="*/ 0 w 1180750"/>
              <a:gd name="connsiteY6" fmla="*/ 497205 h 497205"/>
              <a:gd name="connsiteX7" fmla="*/ 15240 w 1180750"/>
              <a:gd name="connsiteY7" fmla="*/ 81280 h 497205"/>
              <a:gd name="connsiteX8" fmla="*/ 17975 w 1180750"/>
              <a:gd name="connsiteY8" fmla="*/ 81280 h 497205"/>
              <a:gd name="connsiteX9" fmla="*/ 22692 w 1180750"/>
              <a:gd name="connsiteY9" fmla="*/ 57917 h 497205"/>
              <a:gd name="connsiteX10" fmla="*/ 110068 w 1180750"/>
              <a:gd name="connsiteY10" fmla="*/ 0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0750" h="497205">
                <a:moveTo>
                  <a:pt x="110068" y="0"/>
                </a:moveTo>
                <a:lnTo>
                  <a:pt x="1074492" y="0"/>
                </a:lnTo>
                <a:cubicBezTo>
                  <a:pt x="1113771" y="0"/>
                  <a:pt x="1147472" y="23881"/>
                  <a:pt x="1161868" y="57917"/>
                </a:cubicBezTo>
                <a:lnTo>
                  <a:pt x="1166585" y="81280"/>
                </a:lnTo>
                <a:lnTo>
                  <a:pt x="1169320" y="81280"/>
                </a:lnTo>
                <a:lnTo>
                  <a:pt x="1180750" y="495300"/>
                </a:lnTo>
                <a:lnTo>
                  <a:pt x="0" y="497205"/>
                </a:lnTo>
                <a:lnTo>
                  <a:pt x="15240" y="81280"/>
                </a:lnTo>
                <a:lnTo>
                  <a:pt x="17975" y="81280"/>
                </a:lnTo>
                <a:lnTo>
                  <a:pt x="22692" y="57917"/>
                </a:lnTo>
                <a:cubicBezTo>
                  <a:pt x="37088" y="23881"/>
                  <a:pt x="70789" y="0"/>
                  <a:pt x="110068" y="0"/>
                </a:cubicBezTo>
                <a:close/>
              </a:path>
            </a:pathLst>
          </a:custGeom>
          <a:gradFill>
            <a:gsLst>
              <a:gs pos="18000">
                <a:srgbClr val="76A0CE"/>
              </a:gs>
              <a:gs pos="100000">
                <a:srgbClr val="679BD2"/>
              </a:gs>
            </a:gsLst>
            <a:lin ang="5400000" scaled="1"/>
          </a:gradFill>
          <a:ln>
            <a:noFill/>
          </a:ln>
          <a:effectLst>
            <a:innerShdw blurRad="63500" dist="38100" dir="16200000">
              <a:srgbClr val="255BAA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902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407D1-F82F-AE86-7EDC-5C34BCFE51EA}"/>
              </a:ext>
            </a:extLst>
          </p:cNvPr>
          <p:cNvSpPr txBox="1"/>
          <p:nvPr/>
        </p:nvSpPr>
        <p:spPr>
          <a:xfrm>
            <a:off x="5180277" y="1362287"/>
            <a:ext cx="1831446" cy="4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003" dirty="0">
                <a:latin typeface="Lucida Grande" pitchFamily="2" charset="0"/>
                <a:cs typeface="Lucida Grande" pitchFamily="2" charset="0"/>
              </a:rPr>
              <a:t>Appearance</a:t>
            </a:r>
            <a:r>
              <a:rPr lang="ja-JP" altLang="en-US" sz="1003" dirty="0">
                <a:latin typeface="Lucida Grande" pitchFamily="2" charset="0"/>
                <a:cs typeface="Lucida Grande" pitchFamily="2" charset="0"/>
              </a:rPr>
              <a:t>　</a:t>
            </a:r>
            <a:r>
              <a:rPr lang="en-US" altLang="ja-JP" sz="1003" dirty="0" err="1">
                <a:latin typeface="Lucida Grande" pitchFamily="2" charset="0"/>
                <a:cs typeface="Lucida Grande" pitchFamily="2" charset="0"/>
              </a:rPr>
              <a:t>LucidaGrande</a:t>
            </a:r>
            <a:endParaRPr lang="ja-JP" altLang="en-US" sz="1003" dirty="0">
              <a:latin typeface="Lucida Grande" pitchFamily="2" charset="0"/>
              <a:cs typeface="Lucida Grand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784024-0729-9598-4A2E-FAC5BAAADBCE}"/>
              </a:ext>
            </a:extLst>
          </p:cNvPr>
          <p:cNvSpPr txBox="1"/>
          <p:nvPr/>
        </p:nvSpPr>
        <p:spPr>
          <a:xfrm>
            <a:off x="4590112" y="464448"/>
            <a:ext cx="747751" cy="23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ja-JP" sz="902" dirty="0">
                <a:latin typeface=".Hiragino Kaku Gothic Interfac" panose="020B0600070205080204" pitchFamily="34" charset="-128"/>
                <a:ea typeface=".Hiragino Kaku Gothic Interfac" panose="020B0600070205080204" pitchFamily="34" charset="-128"/>
                <a:cs typeface="Lucida Grande" pitchFamily="2" charset="0"/>
              </a:rPr>
              <a:t>0</a:t>
            </a:r>
            <a:endParaRPr lang="ja-JP" altLang="en-US" sz="902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  <a:cs typeface="Lucida Grande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55F842-FF68-DF03-8E9D-7869B8150C83}"/>
              </a:ext>
            </a:extLst>
          </p:cNvPr>
          <p:cNvSpPr/>
          <p:nvPr/>
        </p:nvSpPr>
        <p:spPr>
          <a:xfrm>
            <a:off x="5295352" y="977215"/>
            <a:ext cx="793536" cy="107459"/>
          </a:xfrm>
          <a:prstGeom prst="roundRect">
            <a:avLst>
              <a:gd name="adj" fmla="val 50000"/>
            </a:avLst>
          </a:prstGeom>
          <a:gradFill>
            <a:gsLst>
              <a:gs pos="18000">
                <a:srgbClr val="A1BEE0">
                  <a:alpha val="90000"/>
                </a:srgbClr>
              </a:gs>
              <a:gs pos="99000">
                <a:srgbClr val="83A9D2"/>
              </a:gs>
            </a:gsLst>
            <a:lin ang="5400000" scaled="1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0044DB-B426-EE16-0AE3-DB28E83FF8CB}"/>
              </a:ext>
            </a:extLst>
          </p:cNvPr>
          <p:cNvSpPr/>
          <p:nvPr/>
        </p:nvSpPr>
        <p:spPr>
          <a:xfrm>
            <a:off x="6156317" y="990935"/>
            <a:ext cx="807759" cy="249266"/>
          </a:xfrm>
          <a:custGeom>
            <a:avLst/>
            <a:gdLst>
              <a:gd name="connsiteX0" fmla="*/ 110068 w 1180750"/>
              <a:gd name="connsiteY0" fmla="*/ 0 h 497205"/>
              <a:gd name="connsiteX1" fmla="*/ 1074492 w 1180750"/>
              <a:gd name="connsiteY1" fmla="*/ 0 h 497205"/>
              <a:gd name="connsiteX2" fmla="*/ 1161868 w 1180750"/>
              <a:gd name="connsiteY2" fmla="*/ 57917 h 497205"/>
              <a:gd name="connsiteX3" fmla="*/ 1166585 w 1180750"/>
              <a:gd name="connsiteY3" fmla="*/ 81280 h 497205"/>
              <a:gd name="connsiteX4" fmla="*/ 1169320 w 1180750"/>
              <a:gd name="connsiteY4" fmla="*/ 81280 h 497205"/>
              <a:gd name="connsiteX5" fmla="*/ 1180750 w 1180750"/>
              <a:gd name="connsiteY5" fmla="*/ 495300 h 497205"/>
              <a:gd name="connsiteX6" fmla="*/ 0 w 1180750"/>
              <a:gd name="connsiteY6" fmla="*/ 497205 h 497205"/>
              <a:gd name="connsiteX7" fmla="*/ 15240 w 1180750"/>
              <a:gd name="connsiteY7" fmla="*/ 81280 h 497205"/>
              <a:gd name="connsiteX8" fmla="*/ 17975 w 1180750"/>
              <a:gd name="connsiteY8" fmla="*/ 81280 h 497205"/>
              <a:gd name="connsiteX9" fmla="*/ 22692 w 1180750"/>
              <a:gd name="connsiteY9" fmla="*/ 57917 h 497205"/>
              <a:gd name="connsiteX10" fmla="*/ 110068 w 1180750"/>
              <a:gd name="connsiteY10" fmla="*/ 0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0750" h="497205">
                <a:moveTo>
                  <a:pt x="110068" y="0"/>
                </a:moveTo>
                <a:lnTo>
                  <a:pt x="1074492" y="0"/>
                </a:lnTo>
                <a:cubicBezTo>
                  <a:pt x="1113771" y="0"/>
                  <a:pt x="1147472" y="23881"/>
                  <a:pt x="1161868" y="57917"/>
                </a:cubicBezTo>
                <a:lnTo>
                  <a:pt x="1166585" y="81280"/>
                </a:lnTo>
                <a:lnTo>
                  <a:pt x="1169320" y="81280"/>
                </a:lnTo>
                <a:lnTo>
                  <a:pt x="1180750" y="495300"/>
                </a:lnTo>
                <a:lnTo>
                  <a:pt x="0" y="497205"/>
                </a:lnTo>
                <a:lnTo>
                  <a:pt x="15240" y="81280"/>
                </a:lnTo>
                <a:lnTo>
                  <a:pt x="17975" y="81280"/>
                </a:lnTo>
                <a:lnTo>
                  <a:pt x="22692" y="57917"/>
                </a:lnTo>
                <a:cubicBezTo>
                  <a:pt x="37088" y="23881"/>
                  <a:pt x="70789" y="0"/>
                  <a:pt x="11006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902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340D9E-9E53-5A88-7113-0AACA594988F}"/>
              </a:ext>
            </a:extLst>
          </p:cNvPr>
          <p:cNvSpPr/>
          <p:nvPr/>
        </p:nvSpPr>
        <p:spPr>
          <a:xfrm>
            <a:off x="5267325" y="1082769"/>
            <a:ext cx="862965" cy="197938"/>
          </a:xfrm>
          <a:custGeom>
            <a:avLst/>
            <a:gdLst>
              <a:gd name="connsiteX0" fmla="*/ 0 w 788843"/>
              <a:gd name="connsiteY0" fmla="*/ 0 h 201748"/>
              <a:gd name="connsiteX1" fmla="*/ 788843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0 w 788843"/>
              <a:gd name="connsiteY4" fmla="*/ 0 h 201748"/>
              <a:gd name="connsiteX0" fmla="*/ 0 w 788843"/>
              <a:gd name="connsiteY0" fmla="*/ 0 h 201748"/>
              <a:gd name="connsiteX1" fmla="*/ 741218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0 w 788843"/>
              <a:gd name="connsiteY4" fmla="*/ 0 h 201748"/>
              <a:gd name="connsiteX0" fmla="*/ 0 w 788843"/>
              <a:gd name="connsiteY0" fmla="*/ 0 h 201748"/>
              <a:gd name="connsiteX1" fmla="*/ 764078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0 w 788843"/>
              <a:gd name="connsiteY4" fmla="*/ 0 h 201748"/>
              <a:gd name="connsiteX0" fmla="*/ 13335 w 788843"/>
              <a:gd name="connsiteY0" fmla="*/ 1905 h 201748"/>
              <a:gd name="connsiteX1" fmla="*/ 764078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13335 w 788843"/>
              <a:gd name="connsiteY4" fmla="*/ 1905 h 201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843" h="201748">
                <a:moveTo>
                  <a:pt x="13335" y="1905"/>
                </a:moveTo>
                <a:lnTo>
                  <a:pt x="764078" y="0"/>
                </a:lnTo>
                <a:lnTo>
                  <a:pt x="788843" y="201748"/>
                </a:lnTo>
                <a:lnTo>
                  <a:pt x="0" y="201748"/>
                </a:lnTo>
                <a:lnTo>
                  <a:pt x="13335" y="1905"/>
                </a:lnTo>
                <a:close/>
              </a:path>
            </a:pathLst>
          </a:custGeom>
          <a:gradFill>
            <a:gsLst>
              <a:gs pos="18000">
                <a:srgbClr val="8FB4DE"/>
              </a:gs>
              <a:gs pos="100000">
                <a:srgbClr val="D2FCFF"/>
              </a:gs>
            </a:gsLst>
            <a:lin ang="5400000" scaled="1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A75F61-08C7-864A-5D21-5FAFA0C02F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4426" y="3218019"/>
            <a:ext cx="2015505" cy="709684"/>
          </a:xfrm>
          <a:prstGeom prst="rect">
            <a:avLst/>
          </a:prstGeom>
          <a:effectLst>
            <a:innerShdw blurRad="63500" dir="16200000">
              <a:srgbClr val="2041A1"/>
            </a:inn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63BADF-48EA-5BE8-B202-48DFA8329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271" y="3291331"/>
            <a:ext cx="2015505" cy="709684"/>
          </a:xfrm>
          <a:prstGeom prst="rect">
            <a:avLst/>
          </a:prstGeom>
          <a:effectLst>
            <a:innerShdw blurRad="63500" dir="16200000">
              <a:srgbClr val="2041A1"/>
            </a:inn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706DC0E-44C5-7B1B-A7E9-A16BF1D54337}"/>
              </a:ext>
            </a:extLst>
          </p:cNvPr>
          <p:cNvSpPr txBox="1"/>
          <p:nvPr/>
        </p:nvSpPr>
        <p:spPr>
          <a:xfrm>
            <a:off x="4894363" y="3398386"/>
            <a:ext cx="18113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200" dirty="0">
                <a:effectLst>
                  <a:outerShdw blurRad="762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Lucida Grande" pitchFamily="2" charset="0"/>
                <a:cs typeface="Lucida Grande" pitchFamily="2" charset="0"/>
              </a:rPr>
              <a:t>Appearance</a:t>
            </a:r>
            <a:endParaRPr kumimoji="1" lang="ja-JP" altLang="en-US" sz="2200" dirty="0">
              <a:effectLst>
                <a:outerShdw blurRad="76200" dist="38100" dir="2700000" algn="tl" rotWithShape="0">
                  <a:prstClr val="black">
                    <a:alpha val="53000"/>
                  </a:prstClr>
                </a:outerShdw>
              </a:effectLst>
              <a:latin typeface="Lucida Grande" pitchFamily="2" charset="0"/>
              <a:cs typeface="Lucida Grande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887BF-447F-7DEB-A4FE-C98B580BA63C}"/>
              </a:ext>
            </a:extLst>
          </p:cNvPr>
          <p:cNvSpPr/>
          <p:nvPr/>
        </p:nvSpPr>
        <p:spPr>
          <a:xfrm>
            <a:off x="7011723" y="1181738"/>
            <a:ext cx="975681" cy="70886"/>
          </a:xfrm>
          <a:prstGeom prst="rect">
            <a:avLst/>
          </a:prstGeom>
          <a:gradFill>
            <a:gsLst>
              <a:gs pos="81000">
                <a:srgbClr val="B4DEF9"/>
              </a:gs>
              <a:gs pos="56000">
                <a:srgbClr val="88B4DD"/>
              </a:gs>
              <a:gs pos="45000">
                <a:srgbClr val="9DC8F4"/>
              </a:gs>
              <a:gs pos="20000">
                <a:srgbClr val="A4D0FD"/>
              </a:gs>
              <a:gs pos="0">
                <a:srgbClr val="315788"/>
              </a:gs>
              <a:gs pos="99000">
                <a:srgbClr val="B4DE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110AC30-E132-E109-C555-03BBE89EC8E8}"/>
              </a:ext>
            </a:extLst>
          </p:cNvPr>
          <p:cNvSpPr/>
          <p:nvPr/>
        </p:nvSpPr>
        <p:spPr>
          <a:xfrm>
            <a:off x="4415994" y="999743"/>
            <a:ext cx="807759" cy="249266"/>
          </a:xfrm>
          <a:custGeom>
            <a:avLst/>
            <a:gdLst>
              <a:gd name="connsiteX0" fmla="*/ 110068 w 1180750"/>
              <a:gd name="connsiteY0" fmla="*/ 0 h 497205"/>
              <a:gd name="connsiteX1" fmla="*/ 1074492 w 1180750"/>
              <a:gd name="connsiteY1" fmla="*/ 0 h 497205"/>
              <a:gd name="connsiteX2" fmla="*/ 1161868 w 1180750"/>
              <a:gd name="connsiteY2" fmla="*/ 57917 h 497205"/>
              <a:gd name="connsiteX3" fmla="*/ 1166585 w 1180750"/>
              <a:gd name="connsiteY3" fmla="*/ 81280 h 497205"/>
              <a:gd name="connsiteX4" fmla="*/ 1169320 w 1180750"/>
              <a:gd name="connsiteY4" fmla="*/ 81280 h 497205"/>
              <a:gd name="connsiteX5" fmla="*/ 1180750 w 1180750"/>
              <a:gd name="connsiteY5" fmla="*/ 495300 h 497205"/>
              <a:gd name="connsiteX6" fmla="*/ 0 w 1180750"/>
              <a:gd name="connsiteY6" fmla="*/ 497205 h 497205"/>
              <a:gd name="connsiteX7" fmla="*/ 15240 w 1180750"/>
              <a:gd name="connsiteY7" fmla="*/ 81280 h 497205"/>
              <a:gd name="connsiteX8" fmla="*/ 17975 w 1180750"/>
              <a:gd name="connsiteY8" fmla="*/ 81280 h 497205"/>
              <a:gd name="connsiteX9" fmla="*/ 22692 w 1180750"/>
              <a:gd name="connsiteY9" fmla="*/ 57917 h 497205"/>
              <a:gd name="connsiteX10" fmla="*/ 110068 w 1180750"/>
              <a:gd name="connsiteY10" fmla="*/ 0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0750" h="497205">
                <a:moveTo>
                  <a:pt x="110068" y="0"/>
                </a:moveTo>
                <a:lnTo>
                  <a:pt x="1074492" y="0"/>
                </a:lnTo>
                <a:cubicBezTo>
                  <a:pt x="1113771" y="0"/>
                  <a:pt x="1147472" y="23881"/>
                  <a:pt x="1161868" y="57917"/>
                </a:cubicBezTo>
                <a:lnTo>
                  <a:pt x="1166585" y="81280"/>
                </a:lnTo>
                <a:lnTo>
                  <a:pt x="1169320" y="81280"/>
                </a:lnTo>
                <a:lnTo>
                  <a:pt x="1180750" y="495300"/>
                </a:lnTo>
                <a:lnTo>
                  <a:pt x="0" y="497205"/>
                </a:lnTo>
                <a:lnTo>
                  <a:pt x="15240" y="81280"/>
                </a:lnTo>
                <a:lnTo>
                  <a:pt x="17975" y="81280"/>
                </a:lnTo>
                <a:lnTo>
                  <a:pt x="22692" y="57917"/>
                </a:lnTo>
                <a:cubicBezTo>
                  <a:pt x="37088" y="23881"/>
                  <a:pt x="70789" y="0"/>
                  <a:pt x="110068" y="0"/>
                </a:cubicBezTo>
                <a:close/>
              </a:path>
            </a:pathLst>
          </a:custGeom>
          <a:gradFill>
            <a:gsLst>
              <a:gs pos="25000">
                <a:srgbClr val="C8C8C8"/>
              </a:gs>
              <a:gs pos="100000">
                <a:srgbClr val="F2FBFB"/>
              </a:gs>
            </a:gsLst>
            <a:lin ang="5400000" scaled="1"/>
          </a:gradFill>
          <a:ln>
            <a:noFill/>
          </a:ln>
          <a:effectLst>
            <a:innerShdw blurRad="63500" dist="38100" dir="16200000">
              <a:schemeClr val="bg2">
                <a:lumMod val="50000"/>
                <a:alpha val="7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902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45D616F-329B-B7CB-9B28-01335AF63DBF}"/>
              </a:ext>
            </a:extLst>
          </p:cNvPr>
          <p:cNvSpPr/>
          <p:nvPr/>
        </p:nvSpPr>
        <p:spPr>
          <a:xfrm>
            <a:off x="4423105" y="997590"/>
            <a:ext cx="793536" cy="107459"/>
          </a:xfrm>
          <a:prstGeom prst="roundRect">
            <a:avLst>
              <a:gd name="adj" fmla="val 50000"/>
            </a:avLst>
          </a:prstGeom>
          <a:gradFill>
            <a:gsLst>
              <a:gs pos="18000">
                <a:srgbClr val="DDDDDD"/>
              </a:gs>
              <a:gs pos="100000">
                <a:srgbClr val="DADADA"/>
              </a:gs>
            </a:gsLst>
            <a:lin ang="5400000" scaled="1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46E843-14DC-3BF8-5D0F-92BCC07CAE4A}"/>
              </a:ext>
            </a:extLst>
          </p:cNvPr>
          <p:cNvSpPr/>
          <p:nvPr/>
        </p:nvSpPr>
        <p:spPr>
          <a:xfrm>
            <a:off x="7064426" y="1376056"/>
            <a:ext cx="975681" cy="45719"/>
          </a:xfrm>
          <a:prstGeom prst="rect">
            <a:avLst/>
          </a:prstGeom>
          <a:gradFill>
            <a:gsLst>
              <a:gs pos="0">
                <a:srgbClr val="616B71"/>
              </a:gs>
              <a:gs pos="99000">
                <a:srgbClr val="616B71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114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51B83A-0AA8-14E0-3DA3-7953FF01A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6" y="0"/>
            <a:ext cx="12092428" cy="6873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376843-28B9-73B0-B94A-4E5F58773B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92" t="11629" r="12850" b="24495"/>
          <a:stretch/>
        </p:blipFill>
        <p:spPr>
          <a:xfrm>
            <a:off x="2930376" y="698476"/>
            <a:ext cx="4427045" cy="350580"/>
          </a:xfrm>
          <a:prstGeom prst="rect">
            <a:avLst/>
          </a:prstGeom>
          <a:effectLst>
            <a:outerShdw blurRad="152400" dist="63500" dir="2700000" algn="tl" rotWithShape="0">
              <a:prstClr val="black"/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4C563C-29A7-EC34-83E6-77E013C97907}"/>
              </a:ext>
            </a:extLst>
          </p:cNvPr>
          <p:cNvSpPr txBox="1"/>
          <p:nvPr/>
        </p:nvSpPr>
        <p:spPr>
          <a:xfrm>
            <a:off x="602832" y="694169"/>
            <a:ext cx="2019565" cy="40087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ja-JP" sz="2005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ATC</a:t>
            </a:r>
            <a:r>
              <a:rPr lang="ja-JP" altLang="en-US" sz="2005" dirty="0">
                <a:latin typeface=".Hiragino Kaku Gothic Interfac" panose="020B0600070205080204" pitchFamily="34" charset="-128"/>
                <a:ea typeface=".Hiragino Kaku Gothic Interfac" panose="020B0600070205080204" pitchFamily="34" charset="-128"/>
              </a:rPr>
              <a:t>指示速度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698F9-249A-7AD3-1970-5382A7BB6503}"/>
              </a:ext>
            </a:extLst>
          </p:cNvPr>
          <p:cNvSpPr txBox="1"/>
          <p:nvPr/>
        </p:nvSpPr>
        <p:spPr>
          <a:xfrm>
            <a:off x="596547" y="1878162"/>
            <a:ext cx="2019565" cy="40087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ja-JP" altLang="en-US" sz="2005" dirty="0">
                <a:latin typeface=".Hiragino Kaku Gothic Interfac" panose="020B0600070205080204" pitchFamily="34" charset="-128"/>
                <a:ea typeface=".Hiragino Kaku Gothic Interfac" panose="020B0600070205080204" pitchFamily="34" charset="-128"/>
              </a:rPr>
              <a:t>ブレーキ管圧力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BB7715-F37A-A847-D004-96381A670786}"/>
              </a:ext>
            </a:extLst>
          </p:cNvPr>
          <p:cNvSpPr/>
          <p:nvPr/>
        </p:nvSpPr>
        <p:spPr>
          <a:xfrm>
            <a:off x="2930377" y="1878162"/>
            <a:ext cx="4427044" cy="350580"/>
          </a:xfrm>
          <a:prstGeom prst="rect">
            <a:avLst/>
          </a:prstGeom>
          <a:gradFill>
            <a:gsLst>
              <a:gs pos="87000">
                <a:srgbClr val="F7F7F7"/>
              </a:gs>
              <a:gs pos="9000">
                <a:srgbClr val="BABABA"/>
              </a:gs>
              <a:gs pos="49000">
                <a:srgbClr val="DADADA"/>
              </a:gs>
              <a:gs pos="24000">
                <a:srgbClr val="E4E4E4"/>
              </a:gs>
              <a:gs pos="94000">
                <a:srgbClr val="E1E1E1"/>
              </a:gs>
              <a:gs pos="7000">
                <a:srgbClr val="ADADAD"/>
              </a:gs>
            </a:gsLst>
            <a:lin ang="5400000" scaled="0"/>
          </a:gradFill>
          <a:ln>
            <a:noFill/>
          </a:ln>
          <a:effectLst>
            <a:outerShdw blurRad="152400" dist="63500" dir="2700000" algn="t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E0917-5D6A-93B1-CD86-A10026AFC3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339" b="1221"/>
          <a:stretch/>
        </p:blipFill>
        <p:spPr>
          <a:xfrm>
            <a:off x="2925929" y="1880317"/>
            <a:ext cx="3216733" cy="352733"/>
          </a:xfrm>
          <a:prstGeom prst="rect">
            <a:avLst/>
          </a:prstGeom>
          <a:effectLst>
            <a:outerShdw blurRad="152400" dist="63500" dir="2700000" algn="tl" rotWithShape="0">
              <a:prstClr val="black">
                <a:alpha val="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FB3133-AB52-1F0F-E527-F2E9FC2B7F53}"/>
              </a:ext>
            </a:extLst>
          </p:cNvPr>
          <p:cNvSpPr txBox="1"/>
          <p:nvPr/>
        </p:nvSpPr>
        <p:spPr>
          <a:xfrm>
            <a:off x="7253795" y="1101036"/>
            <a:ext cx="502095" cy="4010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ja-JP" altLang="en-US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▲</a:t>
            </a:r>
            <a:r>
              <a:rPr lang="en-US" altLang="ja-JP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120</a:t>
            </a:r>
            <a:endParaRPr lang="ja-JP" altLang="en-US" sz="1003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1C3079-DD85-5CD0-FAFE-EA63DBDD8F0B}"/>
              </a:ext>
            </a:extLst>
          </p:cNvPr>
          <p:cNvSpPr txBox="1"/>
          <p:nvPr/>
        </p:nvSpPr>
        <p:spPr>
          <a:xfrm>
            <a:off x="2809826" y="1089090"/>
            <a:ext cx="315438" cy="4010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ja-JP" altLang="en-US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▲</a:t>
            </a:r>
            <a:r>
              <a:rPr lang="en-US" altLang="ja-JP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0</a:t>
            </a:r>
            <a:endParaRPr lang="ja-JP" altLang="en-US" sz="1003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A368A-6463-9553-A0CD-F61239D097A2}"/>
              </a:ext>
            </a:extLst>
          </p:cNvPr>
          <p:cNvSpPr txBox="1"/>
          <p:nvPr/>
        </p:nvSpPr>
        <p:spPr>
          <a:xfrm>
            <a:off x="4000365" y="1089090"/>
            <a:ext cx="401513" cy="4010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ja-JP" altLang="en-US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▲</a:t>
            </a:r>
            <a:r>
              <a:rPr lang="en-US" altLang="ja-JP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45</a:t>
            </a:r>
            <a:endParaRPr lang="ja-JP" altLang="en-US" sz="1003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13723-A81C-E870-3287-FACC18506B78}"/>
              </a:ext>
            </a:extLst>
          </p:cNvPr>
          <p:cNvSpPr txBox="1"/>
          <p:nvPr/>
        </p:nvSpPr>
        <p:spPr>
          <a:xfrm>
            <a:off x="7177890" y="385600"/>
            <a:ext cx="589282" cy="4010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(km/h)</a:t>
            </a:r>
            <a:endParaRPr lang="ja-JP" altLang="en-US" sz="1003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BD5C87-23AF-44D9-906D-DCAD1A534DB7}"/>
              </a:ext>
            </a:extLst>
          </p:cNvPr>
          <p:cNvSpPr/>
          <p:nvPr/>
        </p:nvSpPr>
        <p:spPr>
          <a:xfrm>
            <a:off x="2930377" y="2885351"/>
            <a:ext cx="2449670" cy="172496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>
            <a:innerShdw blurRad="406400" dist="88900" dir="16200000">
              <a:prstClr val="black">
                <a:alpha val="9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D258D-26FC-223D-E6B6-1D2C122A4B57}"/>
              </a:ext>
            </a:extLst>
          </p:cNvPr>
          <p:cNvSpPr txBox="1"/>
          <p:nvPr/>
        </p:nvSpPr>
        <p:spPr>
          <a:xfrm>
            <a:off x="596547" y="2749775"/>
            <a:ext cx="2019565" cy="40087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ja-JP" altLang="en-US" sz="2005" dirty="0">
                <a:latin typeface=".Hiragino Kaku Gothic Interfac" panose="020B0600070205080204" pitchFamily="34" charset="-128"/>
                <a:ea typeface=".Hiragino Kaku Gothic Interfac" panose="020B0600070205080204" pitchFamily="34" charset="-128"/>
              </a:rPr>
              <a:t>レバーサー位置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FFFB9C7-02A5-2C8E-F65A-ABAADA161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20396" y="2817225"/>
            <a:ext cx="365583" cy="35488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01B1EC2-B824-2B24-730C-7766C181AC57}"/>
              </a:ext>
            </a:extLst>
          </p:cNvPr>
          <p:cNvSpPr txBox="1"/>
          <p:nvPr/>
        </p:nvSpPr>
        <p:spPr>
          <a:xfrm>
            <a:off x="2930376" y="3168773"/>
            <a:ext cx="315438" cy="2466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B</a:t>
            </a:r>
            <a:endParaRPr lang="ja-JP" altLang="en-US" sz="1003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07B5E-AE49-161A-F98A-052DC401CFB2}"/>
              </a:ext>
            </a:extLst>
          </p:cNvPr>
          <p:cNvSpPr txBox="1"/>
          <p:nvPr/>
        </p:nvSpPr>
        <p:spPr>
          <a:xfrm>
            <a:off x="3945468" y="3168773"/>
            <a:ext cx="315438" cy="2466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N</a:t>
            </a:r>
            <a:endParaRPr lang="ja-JP" altLang="en-US" sz="1003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0922F0-E6CD-DA07-F9BB-EA6DAE8B8EDE}"/>
              </a:ext>
            </a:extLst>
          </p:cNvPr>
          <p:cNvSpPr txBox="1"/>
          <p:nvPr/>
        </p:nvSpPr>
        <p:spPr>
          <a:xfrm>
            <a:off x="5014940" y="3172113"/>
            <a:ext cx="315438" cy="2466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003" dirty="0">
                <a:latin typeface="Lucida Grande" pitchFamily="2" charset="0"/>
                <a:ea typeface=".Hiragino Kaku Gothic Interfac" panose="020B0600070205080204" pitchFamily="34" charset="-128"/>
                <a:cs typeface="Lucida Grande" pitchFamily="2" charset="0"/>
              </a:rPr>
              <a:t>F</a:t>
            </a:r>
            <a:endParaRPr lang="ja-JP" altLang="en-US" sz="1003" dirty="0">
              <a:latin typeface=".Hiragino Kaku Gothic Interfac" panose="020B0600070205080204" pitchFamily="34" charset="-128"/>
              <a:ea typeface=".Hiragino Kaku Gothic Interfac" panose="020B0600070205080204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86E399A-2275-FE50-9523-28C614ECD843}"/>
              </a:ext>
            </a:extLst>
          </p:cNvPr>
          <p:cNvSpPr/>
          <p:nvPr/>
        </p:nvSpPr>
        <p:spPr>
          <a:xfrm>
            <a:off x="4533964" y="1591849"/>
            <a:ext cx="1692165" cy="196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E7F4F8B-12BB-619F-2910-791A456E3BC8}"/>
              </a:ext>
            </a:extLst>
          </p:cNvPr>
          <p:cNvSpPr/>
          <p:nvPr/>
        </p:nvSpPr>
        <p:spPr>
          <a:xfrm>
            <a:off x="5172660" y="4941884"/>
            <a:ext cx="702624" cy="670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68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3563</TotalTime>
  <Words>99</Words>
  <Application>Microsoft Macintosh PowerPoint</Application>
  <PresentationFormat>ワイド画面</PresentationFormat>
  <Paragraphs>37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3" baseType="lpstr">
      <vt:lpstr>.Hiragino Kaku Gothic Interfac</vt:lpstr>
      <vt:lpstr>Apple TP</vt:lpstr>
      <vt:lpstr>AppleTP</vt:lpstr>
      <vt:lpstr>Aqua かな</vt:lpstr>
      <vt:lpstr>游ゴシック</vt:lpstr>
      <vt:lpstr>游ゴシック Light</vt:lpstr>
      <vt:lpstr>Apple Garamond</vt:lpstr>
      <vt:lpstr>Arial</vt:lpstr>
      <vt:lpstr>Garamond</vt:lpstr>
      <vt:lpstr>Lucida Grande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wattz</cp:lastModifiedBy>
  <cp:revision>62</cp:revision>
  <dcterms:created xsi:type="dcterms:W3CDTF">2026-05-08T12:40:48Z</dcterms:created>
  <dcterms:modified xsi:type="dcterms:W3CDTF">2026-05-19T13:15:26Z</dcterms:modified>
</cp:coreProperties>
</file>