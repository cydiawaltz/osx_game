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17" r:id="rId9"/>
    <p:sldId id="318" r:id="rId10"/>
    <p:sldId id="324" r:id="rId11"/>
    <p:sldId id="319" r:id="rId12"/>
    <p:sldId id="325" r:id="rId13"/>
    <p:sldId id="326" r:id="rId14"/>
    <p:sldId id="327" r:id="rId15"/>
    <p:sldId id="328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727"/>
    <a:srgbClr val="363636"/>
    <a:srgbClr val="EFF7DE"/>
    <a:srgbClr val="FFFFFF"/>
    <a:srgbClr val="429AE3"/>
    <a:srgbClr val="005DCC"/>
    <a:srgbClr val="656565"/>
    <a:srgbClr val="979797"/>
    <a:srgbClr val="40404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85"/>
    <p:restoredTop sz="94694"/>
  </p:normalViewPr>
  <p:slideViewPr>
    <p:cSldViewPr snapToGrid="0">
      <p:cViewPr>
        <p:scale>
          <a:sx n="159" d="100"/>
          <a:sy n="159" d="100"/>
        </p:scale>
        <p:origin x="-4368" y="-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9965B-D325-0446-802A-EE69CB5E11F9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318C2-A468-BC49-96C5-D3F31AC417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4550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18C2-A468-BC49-96C5-D3F31AC4173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3412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18C2-A468-BC49-96C5-D3F31AC4173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0189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357B6-B55D-EB43-9732-F528AA5ADA37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450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18C2-A468-BC49-96C5-D3F31AC4173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386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E0BC56-B8A2-BEBD-9627-F3FF0DE49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7A21CB8-DD8B-C5B4-C664-128CEF21F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01E21F-B633-E55D-2C9A-45FC9ACC8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8F4BBB-E9BD-32F1-A043-973DD129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8AC746-A90B-C41D-1364-B9B8B54F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530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14CB8E-8626-64B5-3ECB-B4FA08CB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DC4672-2479-0C1B-253D-95F5F6949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98130B-CB13-6BA4-3B80-4FE67BBF8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BA463B-E088-2A07-877F-10E3E792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34B5AF-36F1-6058-DCFC-6286A4289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161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C20BA-B79E-D4E5-CC37-ACC082B4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7EA975-9D5F-48C5-E891-9968B9339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B7F629-9D6B-16CC-6F99-CCAF2F45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5944FD-A126-B942-32C7-CD7942727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311DD7-20E6-8F6B-93E7-BEC26646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025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571A3D-087F-19D3-EFA2-BC8036E9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5C7331-2A27-9AF5-F590-9C3007110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F5C1C8-B355-42C9-2026-2A52B67F5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84D0B4-896A-B7F9-0D7F-F7D15CFC3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142D21-9285-4226-F639-E024B3C41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F859E8-3A23-39A4-9593-0AF031D4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68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267791-86DB-2B2D-938E-B1F97F55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2C5629-DDA4-55BF-41FD-8B84EC04F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CB3193-1EE0-12C7-F556-88680DAAB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9598BA5-87B6-C113-758C-213A2D2D3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FA08D1E-766A-D4E9-921B-1AA20AF16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3B4084-FA21-A29D-89B5-FED63371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C450237-05F7-615C-3F71-2AAEE9DD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B52CDE-0D94-8DFC-9945-0AEC9054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6811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FA8C2-F65A-0889-4322-BB2C1AB69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8EEB746-6257-D11C-6F4E-0BE32A71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3E99589-CBC3-C303-CF0F-C76C7F1C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956BA77-8131-D7A4-5309-31A60AF3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03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303E46-4B48-9513-78C2-05513DCD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516E8FE-C1B5-862E-671D-A5D7A718B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42E1ED-68EB-06A5-03E8-AB6E9BF13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3783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C2DA93-00E2-01E7-DE3C-76EFFBC31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43A7A2-17E5-E9D9-5F49-01C6588AE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700754-9581-7118-EC90-75AC45E56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AA2338-414F-5F3B-7134-8B2F03C2B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58A0C7A-5400-4BB7-26B7-9B41C6C48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A210D6-A2BB-F130-3133-F7AFD239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51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934D04-F825-F453-4270-FED2A3E3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D91EB2-47AE-5B34-4DBE-F1585BC52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C49765-B935-E3A6-72C8-7510C4653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7ACC46-03F2-7CF8-6A1E-C401B8C2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724293-0999-0762-F2E7-8E9B6C47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0B15E3-8932-1009-79D8-2D6D88FE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510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861B7C-F5FA-BDC2-7221-09E30ADC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EBCC13-F47D-B727-158C-15AC6D12F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247360-8DE3-E0A5-682B-3415DF87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332B7B-B1D2-C57C-AC32-2B63C0D7A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FFB7A2-4E44-EC95-50DE-C4C77F82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46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DAE347-C64B-3EBA-57EC-CFFB5AC7F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4C76F1-4E81-FCEC-9FB7-6626A2310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8C9B25-88A2-9B20-9176-A1578785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AD73DB-2F53-870E-5350-4BE6E807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3C7E13-0AB7-EB90-2065-0F609889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51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34593C1-16CA-8C85-7D3D-8DF089153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F641E7-D430-481F-7E7F-4394DCE1B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DE7AD5-70C0-0474-9879-88CE18A85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1EA4F-D360-6D46-B329-DD6D84180C84}" type="datetimeFigureOut">
              <a:rPr kumimoji="1" lang="ja-JP" altLang="en-US" smtClean="0"/>
              <a:t>2026/9/10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ABB215-8CA8-4303-CA79-C90EE8A0F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59B5E2-C65E-254E-E3D7-8EAB6E4F3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1CEC5-6B62-FC43-A7F7-01F8816E2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154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24.emf"/><Relationship Id="rId7" Type="http://schemas.openxmlformats.org/officeDocument/2006/relationships/image" Target="../media/image27.png"/><Relationship Id="rId12" Type="http://schemas.microsoft.com/office/2007/relationships/hdphoto" Target="../media/hdphoto3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emf"/><Relationship Id="rId10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2.png"/><Relationship Id="rId7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microsoft.com/office/2007/relationships/hdphoto" Target="../media/hdphoto4.wdp"/><Relationship Id="rId4" Type="http://schemas.openxmlformats.org/officeDocument/2006/relationships/image" Target="../media/image25.emf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2" Type="http://schemas.openxmlformats.org/officeDocument/2006/relationships/image" Target="../media/image25.emf"/><Relationship Id="rId16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5" Type="http://schemas.openxmlformats.org/officeDocument/2006/relationships/image" Target="../media/image47.png"/><Relationship Id="rId10" Type="http://schemas.microsoft.com/office/2007/relationships/hdphoto" Target="../media/hdphoto5.wdp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microsoft.com/office/2007/relationships/hdphoto" Target="../media/hdphoto6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53.png"/><Relationship Id="rId7" Type="http://schemas.openxmlformats.org/officeDocument/2006/relationships/image" Target="../media/image5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5.emf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7" Type="http://schemas.openxmlformats.org/officeDocument/2006/relationships/image" Target="../media/image6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1A295F69-8908-F5F8-528B-BEEC8CF822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3" t="1168" r="1427" b="2561"/>
          <a:stretch>
            <a:fillRect/>
          </a:stretch>
        </p:blipFill>
        <p:spPr>
          <a:xfrm>
            <a:off x="72325" y="36163"/>
            <a:ext cx="5197099" cy="2980840"/>
          </a:xfrm>
          <a:custGeom>
            <a:avLst/>
            <a:gdLst>
              <a:gd name="connsiteX0" fmla="*/ 73209 w 5197099"/>
              <a:gd name="connsiteY0" fmla="*/ 0 h 2980840"/>
              <a:gd name="connsiteX1" fmla="*/ 5123890 w 5197099"/>
              <a:gd name="connsiteY1" fmla="*/ 0 h 2980840"/>
              <a:gd name="connsiteX2" fmla="*/ 5197099 w 5197099"/>
              <a:gd name="connsiteY2" fmla="*/ 73209 h 2980840"/>
              <a:gd name="connsiteX3" fmla="*/ 5197099 w 5197099"/>
              <a:gd name="connsiteY3" fmla="*/ 2907631 h 2980840"/>
              <a:gd name="connsiteX4" fmla="*/ 5123890 w 5197099"/>
              <a:gd name="connsiteY4" fmla="*/ 2980840 h 2980840"/>
              <a:gd name="connsiteX5" fmla="*/ 73209 w 5197099"/>
              <a:gd name="connsiteY5" fmla="*/ 2980840 h 2980840"/>
              <a:gd name="connsiteX6" fmla="*/ 0 w 5197099"/>
              <a:gd name="connsiteY6" fmla="*/ 2907631 h 2980840"/>
              <a:gd name="connsiteX7" fmla="*/ 0 w 5197099"/>
              <a:gd name="connsiteY7" fmla="*/ 73209 h 2980840"/>
              <a:gd name="connsiteX8" fmla="*/ 73209 w 5197099"/>
              <a:gd name="connsiteY8" fmla="*/ 0 h 298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97099" h="2980840">
                <a:moveTo>
                  <a:pt x="73209" y="0"/>
                </a:moveTo>
                <a:lnTo>
                  <a:pt x="5123890" y="0"/>
                </a:lnTo>
                <a:cubicBezTo>
                  <a:pt x="5164322" y="0"/>
                  <a:pt x="5197099" y="32777"/>
                  <a:pt x="5197099" y="73209"/>
                </a:cubicBezTo>
                <a:lnTo>
                  <a:pt x="5197099" y="2907631"/>
                </a:lnTo>
                <a:cubicBezTo>
                  <a:pt x="5197099" y="2948063"/>
                  <a:pt x="5164322" y="2980840"/>
                  <a:pt x="5123890" y="2980840"/>
                </a:cubicBezTo>
                <a:lnTo>
                  <a:pt x="73209" y="2980840"/>
                </a:lnTo>
                <a:cubicBezTo>
                  <a:pt x="32777" y="2980840"/>
                  <a:pt x="0" y="2948063"/>
                  <a:pt x="0" y="2907631"/>
                </a:cubicBezTo>
                <a:lnTo>
                  <a:pt x="0" y="73209"/>
                </a:lnTo>
                <a:cubicBezTo>
                  <a:pt x="0" y="32777"/>
                  <a:pt x="32777" y="0"/>
                  <a:pt x="73209" y="0"/>
                </a:cubicBezTo>
                <a:close/>
              </a:path>
            </a:pathLst>
          </a:cu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91810E7-E66C-FA85-C51B-04C7E355D8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309" t="1168" r="1471" b="2561"/>
          <a:stretch>
            <a:fillRect/>
          </a:stretch>
        </p:blipFill>
        <p:spPr>
          <a:xfrm>
            <a:off x="72325" y="3045496"/>
            <a:ext cx="5197099" cy="2980840"/>
          </a:xfrm>
          <a:custGeom>
            <a:avLst/>
            <a:gdLst>
              <a:gd name="connsiteX0" fmla="*/ 73209 w 5197099"/>
              <a:gd name="connsiteY0" fmla="*/ 0 h 2980840"/>
              <a:gd name="connsiteX1" fmla="*/ 5123890 w 5197099"/>
              <a:gd name="connsiteY1" fmla="*/ 0 h 2980840"/>
              <a:gd name="connsiteX2" fmla="*/ 5197099 w 5197099"/>
              <a:gd name="connsiteY2" fmla="*/ 73209 h 2980840"/>
              <a:gd name="connsiteX3" fmla="*/ 5197099 w 5197099"/>
              <a:gd name="connsiteY3" fmla="*/ 2907631 h 2980840"/>
              <a:gd name="connsiteX4" fmla="*/ 5123890 w 5197099"/>
              <a:gd name="connsiteY4" fmla="*/ 2980840 h 2980840"/>
              <a:gd name="connsiteX5" fmla="*/ 73209 w 5197099"/>
              <a:gd name="connsiteY5" fmla="*/ 2980840 h 2980840"/>
              <a:gd name="connsiteX6" fmla="*/ 0 w 5197099"/>
              <a:gd name="connsiteY6" fmla="*/ 2907631 h 2980840"/>
              <a:gd name="connsiteX7" fmla="*/ 0 w 5197099"/>
              <a:gd name="connsiteY7" fmla="*/ 73209 h 2980840"/>
              <a:gd name="connsiteX8" fmla="*/ 73209 w 5197099"/>
              <a:gd name="connsiteY8" fmla="*/ 0 h 298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97099" h="2980840">
                <a:moveTo>
                  <a:pt x="73209" y="0"/>
                </a:moveTo>
                <a:lnTo>
                  <a:pt x="5123890" y="0"/>
                </a:lnTo>
                <a:cubicBezTo>
                  <a:pt x="5164322" y="0"/>
                  <a:pt x="5197099" y="32777"/>
                  <a:pt x="5197099" y="73209"/>
                </a:cubicBezTo>
                <a:lnTo>
                  <a:pt x="5197099" y="2907631"/>
                </a:lnTo>
                <a:cubicBezTo>
                  <a:pt x="5197099" y="2948063"/>
                  <a:pt x="5164322" y="2980840"/>
                  <a:pt x="5123890" y="2980840"/>
                </a:cubicBezTo>
                <a:lnTo>
                  <a:pt x="73209" y="2980840"/>
                </a:lnTo>
                <a:cubicBezTo>
                  <a:pt x="32777" y="2980840"/>
                  <a:pt x="0" y="2948063"/>
                  <a:pt x="0" y="2907631"/>
                </a:cubicBezTo>
                <a:lnTo>
                  <a:pt x="0" y="73209"/>
                </a:lnTo>
                <a:cubicBezTo>
                  <a:pt x="0" y="32777"/>
                  <a:pt x="32777" y="0"/>
                  <a:pt x="73209" y="0"/>
                </a:cubicBezTo>
                <a:close/>
              </a:path>
            </a:pathLst>
          </a:cu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E15D246-FA44-F63E-38BB-E144B236AED0}"/>
              </a:ext>
            </a:extLst>
          </p:cNvPr>
          <p:cNvSpPr/>
          <p:nvPr/>
        </p:nvSpPr>
        <p:spPr>
          <a:xfrm>
            <a:off x="1261533" y="575733"/>
            <a:ext cx="194734" cy="169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D396A2C-AFF1-0560-2C8E-18C1C0523482}"/>
              </a:ext>
            </a:extLst>
          </p:cNvPr>
          <p:cNvSpPr/>
          <p:nvPr/>
        </p:nvSpPr>
        <p:spPr>
          <a:xfrm>
            <a:off x="1261534" y="3585066"/>
            <a:ext cx="194734" cy="1693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6310E3E-C270-AA17-72A1-DB48B3BBD051}"/>
              </a:ext>
            </a:extLst>
          </p:cNvPr>
          <p:cNvSpPr/>
          <p:nvPr/>
        </p:nvSpPr>
        <p:spPr>
          <a:xfrm>
            <a:off x="142504" y="469075"/>
            <a:ext cx="23156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EF275C7-6DD7-7FC2-B339-DC25F639D463}"/>
              </a:ext>
            </a:extLst>
          </p:cNvPr>
          <p:cNvSpPr/>
          <p:nvPr/>
        </p:nvSpPr>
        <p:spPr>
          <a:xfrm>
            <a:off x="142504" y="995548"/>
            <a:ext cx="231569" cy="64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2EF404B-6198-582A-508D-0966CA8B49D8}"/>
              </a:ext>
            </a:extLst>
          </p:cNvPr>
          <p:cNvSpPr/>
          <p:nvPr/>
        </p:nvSpPr>
        <p:spPr>
          <a:xfrm>
            <a:off x="148442" y="469075"/>
            <a:ext cx="23156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B9D7EBC-A344-0054-C970-EEFA5C0F3332}"/>
              </a:ext>
            </a:extLst>
          </p:cNvPr>
          <p:cNvSpPr/>
          <p:nvPr/>
        </p:nvSpPr>
        <p:spPr>
          <a:xfrm>
            <a:off x="142504" y="995548"/>
            <a:ext cx="231569" cy="64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E3C2B9C-7813-B38D-2DDC-17F762A7A2D8}"/>
              </a:ext>
            </a:extLst>
          </p:cNvPr>
          <p:cNvSpPr/>
          <p:nvPr/>
        </p:nvSpPr>
        <p:spPr>
          <a:xfrm>
            <a:off x="142503" y="1673225"/>
            <a:ext cx="231569" cy="201105"/>
          </a:xfrm>
          <a:prstGeom prst="rect">
            <a:avLst/>
          </a:prstGeom>
          <a:gradFill>
            <a:gsLst>
              <a:gs pos="81005">
                <a:srgbClr val="0D68D0"/>
              </a:gs>
              <a:gs pos="85000">
                <a:srgbClr val="0A66CF"/>
              </a:gs>
              <a:gs pos="0">
                <a:srgbClr val="429AE3"/>
              </a:gs>
              <a:gs pos="100000">
                <a:srgbClr val="005DC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506DD6F-F009-43A3-D42D-5B3E7127489F}"/>
              </a:ext>
            </a:extLst>
          </p:cNvPr>
          <p:cNvSpPr/>
          <p:nvPr/>
        </p:nvSpPr>
        <p:spPr>
          <a:xfrm>
            <a:off x="142504" y="4682558"/>
            <a:ext cx="231569" cy="201105"/>
          </a:xfrm>
          <a:prstGeom prst="rect">
            <a:avLst/>
          </a:prstGeom>
          <a:gradFill>
            <a:gsLst>
              <a:gs pos="76000">
                <a:srgbClr val="6D6D6D"/>
              </a:gs>
              <a:gs pos="0">
                <a:srgbClr val="979797"/>
              </a:gs>
              <a:gs pos="100000">
                <a:srgbClr val="65656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58FF31F-80D3-73B8-3394-C8928090EB86}"/>
              </a:ext>
            </a:extLst>
          </p:cNvPr>
          <p:cNvSpPr/>
          <p:nvPr/>
        </p:nvSpPr>
        <p:spPr>
          <a:xfrm>
            <a:off x="142503" y="1902823"/>
            <a:ext cx="231569" cy="64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3280BC20-92B9-0346-BE02-20A3F0D4D0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4" t="14812" r="92857" b="16173"/>
          <a:stretch>
            <a:fillRect/>
          </a:stretch>
        </p:blipFill>
        <p:spPr>
          <a:xfrm>
            <a:off x="1655991" y="575733"/>
            <a:ext cx="241035" cy="2136925"/>
          </a:xfrm>
          <a:custGeom>
            <a:avLst/>
            <a:gdLst>
              <a:gd name="connsiteX0" fmla="*/ 0 w 241035"/>
              <a:gd name="connsiteY0" fmla="*/ 0 h 2136925"/>
              <a:gd name="connsiteX1" fmla="*/ 241035 w 241035"/>
              <a:gd name="connsiteY1" fmla="*/ 0 h 2136925"/>
              <a:gd name="connsiteX2" fmla="*/ 241035 w 241035"/>
              <a:gd name="connsiteY2" fmla="*/ 2136925 h 2136925"/>
              <a:gd name="connsiteX3" fmla="*/ 0 w 241035"/>
              <a:gd name="connsiteY3" fmla="*/ 2136925 h 213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035" h="2136925">
                <a:moveTo>
                  <a:pt x="0" y="0"/>
                </a:moveTo>
                <a:lnTo>
                  <a:pt x="241035" y="0"/>
                </a:lnTo>
                <a:lnTo>
                  <a:pt x="241035" y="2136925"/>
                </a:lnTo>
                <a:lnTo>
                  <a:pt x="0" y="2136925"/>
                </a:lnTo>
                <a:close/>
              </a:path>
            </a:pathLst>
          </a:cu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1E54D0BA-30D5-3333-1354-8F162207AD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2590" t="14796" r="92901" b="16189"/>
          <a:stretch>
            <a:fillRect/>
          </a:stretch>
        </p:blipFill>
        <p:spPr>
          <a:xfrm>
            <a:off x="1653725" y="3585066"/>
            <a:ext cx="241035" cy="2136925"/>
          </a:xfrm>
          <a:custGeom>
            <a:avLst/>
            <a:gdLst>
              <a:gd name="connsiteX0" fmla="*/ 0 w 241035"/>
              <a:gd name="connsiteY0" fmla="*/ 0 h 2136925"/>
              <a:gd name="connsiteX1" fmla="*/ 241035 w 241035"/>
              <a:gd name="connsiteY1" fmla="*/ 0 h 2136925"/>
              <a:gd name="connsiteX2" fmla="*/ 241035 w 241035"/>
              <a:gd name="connsiteY2" fmla="*/ 2136925 h 2136925"/>
              <a:gd name="connsiteX3" fmla="*/ 0 w 241035"/>
              <a:gd name="connsiteY3" fmla="*/ 2136925 h 213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035" h="2136925">
                <a:moveTo>
                  <a:pt x="0" y="0"/>
                </a:moveTo>
                <a:lnTo>
                  <a:pt x="241035" y="0"/>
                </a:lnTo>
                <a:lnTo>
                  <a:pt x="241035" y="2136925"/>
                </a:lnTo>
                <a:lnTo>
                  <a:pt x="0" y="2136925"/>
                </a:lnTo>
                <a:close/>
              </a:path>
            </a:pathLst>
          </a:custGeom>
        </p:spPr>
      </p:pic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58EB2E2E-236E-C3C6-246E-2D115A4C84D0}"/>
              </a:ext>
            </a:extLst>
          </p:cNvPr>
          <p:cNvSpPr/>
          <p:nvPr/>
        </p:nvSpPr>
        <p:spPr>
          <a:xfrm>
            <a:off x="106496" y="449140"/>
            <a:ext cx="308473" cy="288317"/>
          </a:xfrm>
          <a:prstGeom prst="roundRect">
            <a:avLst>
              <a:gd name="adj" fmla="val 16667"/>
            </a:avLst>
          </a:prstGeom>
          <a:solidFill>
            <a:srgbClr val="383838">
              <a:alpha val="68337"/>
            </a:srgbClr>
          </a:soli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B476DA2B-41F5-D026-BE3A-773FD50B7654}"/>
              </a:ext>
            </a:extLst>
          </p:cNvPr>
          <p:cNvSpPr/>
          <p:nvPr/>
        </p:nvSpPr>
        <p:spPr>
          <a:xfrm>
            <a:off x="153232" y="692984"/>
            <a:ext cx="220840" cy="233291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角丸四角形 39">
            <a:extLst>
              <a:ext uri="{FF2B5EF4-FFF2-40B4-BE49-F238E27FC236}">
                <a16:creationId xmlns:a16="http://schemas.microsoft.com/office/drawing/2014/main" id="{FF65FCCD-A305-8183-417B-2FD97CD533C7}"/>
              </a:ext>
            </a:extLst>
          </p:cNvPr>
          <p:cNvSpPr/>
          <p:nvPr/>
        </p:nvSpPr>
        <p:spPr>
          <a:xfrm>
            <a:off x="148442" y="992439"/>
            <a:ext cx="220840" cy="233291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角丸四角形 40">
            <a:extLst>
              <a:ext uri="{FF2B5EF4-FFF2-40B4-BE49-F238E27FC236}">
                <a16:creationId xmlns:a16="http://schemas.microsoft.com/office/drawing/2014/main" id="{16C6FB0E-BF6A-C26C-23AF-D9454ED0A721}"/>
              </a:ext>
            </a:extLst>
          </p:cNvPr>
          <p:cNvSpPr/>
          <p:nvPr/>
        </p:nvSpPr>
        <p:spPr>
          <a:xfrm>
            <a:off x="160964" y="1216186"/>
            <a:ext cx="220840" cy="233291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角丸四角形 41">
            <a:extLst>
              <a:ext uri="{FF2B5EF4-FFF2-40B4-BE49-F238E27FC236}">
                <a16:creationId xmlns:a16="http://schemas.microsoft.com/office/drawing/2014/main" id="{C9A47DA3-F6B9-CEBF-D159-11918A8AA0ED}"/>
              </a:ext>
            </a:extLst>
          </p:cNvPr>
          <p:cNvSpPr/>
          <p:nvPr/>
        </p:nvSpPr>
        <p:spPr>
          <a:xfrm>
            <a:off x="89204" y="1422751"/>
            <a:ext cx="364360" cy="248708"/>
          </a:xfrm>
          <a:prstGeom prst="roundRect">
            <a:avLst>
              <a:gd name="adj" fmla="val 16667"/>
            </a:avLst>
          </a:prstGeom>
          <a:solidFill>
            <a:srgbClr val="383838">
              <a:alpha val="68337"/>
            </a:srgbClr>
          </a:soli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AFB5F05C-143F-D399-30F5-5DA8A0021354}"/>
              </a:ext>
            </a:extLst>
          </p:cNvPr>
          <p:cNvSpPr/>
          <p:nvPr/>
        </p:nvSpPr>
        <p:spPr>
          <a:xfrm>
            <a:off x="140236" y="1980022"/>
            <a:ext cx="220840" cy="102153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角丸四角形 43">
            <a:extLst>
              <a:ext uri="{FF2B5EF4-FFF2-40B4-BE49-F238E27FC236}">
                <a16:creationId xmlns:a16="http://schemas.microsoft.com/office/drawing/2014/main" id="{CEE18F09-0901-5922-6100-311C42D60FDC}"/>
              </a:ext>
            </a:extLst>
          </p:cNvPr>
          <p:cNvSpPr/>
          <p:nvPr/>
        </p:nvSpPr>
        <p:spPr>
          <a:xfrm>
            <a:off x="141914" y="2191000"/>
            <a:ext cx="220840" cy="102153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893FB24E-5CFB-23BE-E77A-ABC57F91BBA0}"/>
              </a:ext>
            </a:extLst>
          </p:cNvPr>
          <p:cNvSpPr/>
          <p:nvPr/>
        </p:nvSpPr>
        <p:spPr>
          <a:xfrm>
            <a:off x="144311" y="2401978"/>
            <a:ext cx="220840" cy="102153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CCD0FCD6-4174-B42E-F02E-691E6A12EAD0}"/>
              </a:ext>
            </a:extLst>
          </p:cNvPr>
          <p:cNvSpPr/>
          <p:nvPr/>
        </p:nvSpPr>
        <p:spPr>
          <a:xfrm>
            <a:off x="155386" y="3473236"/>
            <a:ext cx="211993" cy="477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7EEF4F45-497D-8130-2120-7C0D595B6F6C}"/>
              </a:ext>
            </a:extLst>
          </p:cNvPr>
          <p:cNvSpPr/>
          <p:nvPr/>
        </p:nvSpPr>
        <p:spPr>
          <a:xfrm>
            <a:off x="134658" y="4011026"/>
            <a:ext cx="244602" cy="652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角丸四角形 59">
            <a:extLst>
              <a:ext uri="{FF2B5EF4-FFF2-40B4-BE49-F238E27FC236}">
                <a16:creationId xmlns:a16="http://schemas.microsoft.com/office/drawing/2014/main" id="{5FB80241-6C96-8938-5115-74021314C8E8}"/>
              </a:ext>
            </a:extLst>
          </p:cNvPr>
          <p:cNvSpPr/>
          <p:nvPr/>
        </p:nvSpPr>
        <p:spPr>
          <a:xfrm>
            <a:off x="112799" y="3466083"/>
            <a:ext cx="308473" cy="288317"/>
          </a:xfrm>
          <a:prstGeom prst="roundRect">
            <a:avLst>
              <a:gd name="adj" fmla="val 16667"/>
            </a:avLst>
          </a:prstGeom>
          <a:solidFill>
            <a:srgbClr val="383838">
              <a:alpha val="68337"/>
            </a:srgbClr>
          </a:soli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角丸四角形 60">
            <a:extLst>
              <a:ext uri="{FF2B5EF4-FFF2-40B4-BE49-F238E27FC236}">
                <a16:creationId xmlns:a16="http://schemas.microsoft.com/office/drawing/2014/main" id="{A9C96EA1-A45A-8713-E266-BAC9E929AB9D}"/>
              </a:ext>
            </a:extLst>
          </p:cNvPr>
          <p:cNvSpPr/>
          <p:nvPr/>
        </p:nvSpPr>
        <p:spPr>
          <a:xfrm>
            <a:off x="159535" y="3709927"/>
            <a:ext cx="220840" cy="233291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角丸四角形 61">
            <a:extLst>
              <a:ext uri="{FF2B5EF4-FFF2-40B4-BE49-F238E27FC236}">
                <a16:creationId xmlns:a16="http://schemas.microsoft.com/office/drawing/2014/main" id="{B6F85E32-0E3C-6873-44D6-A289AA91FFA8}"/>
              </a:ext>
            </a:extLst>
          </p:cNvPr>
          <p:cNvSpPr/>
          <p:nvPr/>
        </p:nvSpPr>
        <p:spPr>
          <a:xfrm>
            <a:off x="154745" y="4009382"/>
            <a:ext cx="220840" cy="233291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角丸四角形 62">
            <a:extLst>
              <a:ext uri="{FF2B5EF4-FFF2-40B4-BE49-F238E27FC236}">
                <a16:creationId xmlns:a16="http://schemas.microsoft.com/office/drawing/2014/main" id="{E943D46A-75F3-9059-12E5-9FF9446546BB}"/>
              </a:ext>
            </a:extLst>
          </p:cNvPr>
          <p:cNvSpPr/>
          <p:nvPr/>
        </p:nvSpPr>
        <p:spPr>
          <a:xfrm>
            <a:off x="167267" y="4233129"/>
            <a:ext cx="220840" cy="233291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角丸四角形 63">
            <a:extLst>
              <a:ext uri="{FF2B5EF4-FFF2-40B4-BE49-F238E27FC236}">
                <a16:creationId xmlns:a16="http://schemas.microsoft.com/office/drawing/2014/main" id="{E1A05C64-F764-1ABC-08CE-321E6F15B5C8}"/>
              </a:ext>
            </a:extLst>
          </p:cNvPr>
          <p:cNvSpPr/>
          <p:nvPr/>
        </p:nvSpPr>
        <p:spPr>
          <a:xfrm>
            <a:off x="95507" y="4439694"/>
            <a:ext cx="364360" cy="248708"/>
          </a:xfrm>
          <a:prstGeom prst="roundRect">
            <a:avLst>
              <a:gd name="adj" fmla="val 16667"/>
            </a:avLst>
          </a:prstGeom>
          <a:solidFill>
            <a:srgbClr val="383838">
              <a:alpha val="68337"/>
            </a:srgbClr>
          </a:soli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20F986E6-CDE1-1DF5-9DA5-846EAEC51D89}"/>
              </a:ext>
            </a:extLst>
          </p:cNvPr>
          <p:cNvSpPr/>
          <p:nvPr/>
        </p:nvSpPr>
        <p:spPr>
          <a:xfrm>
            <a:off x="129471" y="4905841"/>
            <a:ext cx="244602" cy="6941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角丸四角形 64">
            <a:extLst>
              <a:ext uri="{FF2B5EF4-FFF2-40B4-BE49-F238E27FC236}">
                <a16:creationId xmlns:a16="http://schemas.microsoft.com/office/drawing/2014/main" id="{6684352A-F394-7017-BECC-7623F47EC4EB}"/>
              </a:ext>
            </a:extLst>
          </p:cNvPr>
          <p:cNvSpPr/>
          <p:nvPr/>
        </p:nvSpPr>
        <p:spPr>
          <a:xfrm>
            <a:off x="146539" y="4996965"/>
            <a:ext cx="220840" cy="102153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角丸四角形 65">
            <a:extLst>
              <a:ext uri="{FF2B5EF4-FFF2-40B4-BE49-F238E27FC236}">
                <a16:creationId xmlns:a16="http://schemas.microsoft.com/office/drawing/2014/main" id="{AFF52FDF-3191-C489-FF08-62A4714A2F87}"/>
              </a:ext>
            </a:extLst>
          </p:cNvPr>
          <p:cNvSpPr/>
          <p:nvPr/>
        </p:nvSpPr>
        <p:spPr>
          <a:xfrm>
            <a:off x="148217" y="5207943"/>
            <a:ext cx="220840" cy="102153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角丸四角形 66">
            <a:extLst>
              <a:ext uri="{FF2B5EF4-FFF2-40B4-BE49-F238E27FC236}">
                <a16:creationId xmlns:a16="http://schemas.microsoft.com/office/drawing/2014/main" id="{16175AA5-C574-BCA7-225F-993D080A2B23}"/>
              </a:ext>
            </a:extLst>
          </p:cNvPr>
          <p:cNvSpPr/>
          <p:nvPr/>
        </p:nvSpPr>
        <p:spPr>
          <a:xfrm>
            <a:off x="150614" y="5418921"/>
            <a:ext cx="220840" cy="102153"/>
          </a:xfrm>
          <a:prstGeom prst="roundRect">
            <a:avLst>
              <a:gd name="adj" fmla="val 16667"/>
            </a:avLst>
          </a:prstGeom>
          <a:solidFill>
            <a:srgbClr val="383838">
              <a:alpha val="43050"/>
            </a:srgb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1" name="図 70">
            <a:extLst>
              <a:ext uri="{FF2B5EF4-FFF2-40B4-BE49-F238E27FC236}">
                <a16:creationId xmlns:a16="http://schemas.microsoft.com/office/drawing/2014/main" id="{AD03FD5D-E2F9-6D55-0E66-BF3ADEC39FC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6" t="10697" r="9560" b="12193"/>
          <a:stretch>
            <a:fillRect/>
          </a:stretch>
        </p:blipFill>
        <p:spPr>
          <a:xfrm rot="5400000">
            <a:off x="2937117" y="-2170"/>
            <a:ext cx="852319" cy="2050975"/>
          </a:xfrm>
          <a:prstGeom prst="rect">
            <a:avLst/>
          </a:prstGeom>
        </p:spPr>
      </p:pic>
      <p:pic>
        <p:nvPicPr>
          <p:cNvPr id="72" name="図 71">
            <a:extLst>
              <a:ext uri="{FF2B5EF4-FFF2-40B4-BE49-F238E27FC236}">
                <a16:creationId xmlns:a16="http://schemas.microsoft.com/office/drawing/2014/main" id="{959047EC-8B6B-58A5-786A-2279855F2F2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6" t="10697" r="9560" b="12193"/>
          <a:stretch>
            <a:fillRect/>
          </a:stretch>
        </p:blipFill>
        <p:spPr>
          <a:xfrm rot="5400000" flipH="1">
            <a:off x="2937117" y="846681"/>
            <a:ext cx="852317" cy="2050975"/>
          </a:xfrm>
          <a:prstGeom prst="rect">
            <a:avLst/>
          </a:prstGeom>
        </p:spPr>
      </p:pic>
      <p:pic>
        <p:nvPicPr>
          <p:cNvPr id="73" name="図 72">
            <a:extLst>
              <a:ext uri="{FF2B5EF4-FFF2-40B4-BE49-F238E27FC236}">
                <a16:creationId xmlns:a16="http://schemas.microsoft.com/office/drawing/2014/main" id="{92F3BED6-2903-D2F8-DE78-3C83CCC21E3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6" t="10697" r="9560" b="12193"/>
          <a:stretch>
            <a:fillRect/>
          </a:stretch>
        </p:blipFill>
        <p:spPr>
          <a:xfrm rot="5400000">
            <a:off x="2937117" y="2988047"/>
            <a:ext cx="852319" cy="2050975"/>
          </a:xfrm>
          <a:prstGeom prst="rect">
            <a:avLst/>
          </a:prstGeom>
        </p:spPr>
      </p:pic>
      <p:pic>
        <p:nvPicPr>
          <p:cNvPr id="74" name="図 73">
            <a:extLst>
              <a:ext uri="{FF2B5EF4-FFF2-40B4-BE49-F238E27FC236}">
                <a16:creationId xmlns:a16="http://schemas.microsoft.com/office/drawing/2014/main" id="{17EA7475-4604-8FFD-62DA-7318BF41C3C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6" t="10697" r="9560" b="12193"/>
          <a:stretch>
            <a:fillRect/>
          </a:stretch>
        </p:blipFill>
        <p:spPr>
          <a:xfrm rot="5400000" flipH="1">
            <a:off x="2937117" y="3836898"/>
            <a:ext cx="852317" cy="205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48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24ED21E-75FB-DF82-F3B1-5C44CED3E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-279636"/>
            <a:ext cx="7772400" cy="479438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2FBC2D8-A040-71B4-E654-1670C222A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45" y="934787"/>
            <a:ext cx="73533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40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F9671B07-EC23-0EE6-8E32-B7584E602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36981" cy="336674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97A9C4F-78BA-05F9-EDD0-E2DA5CD1B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2" y="3522385"/>
            <a:ext cx="5636981" cy="336674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473D4F9-64EC-A57A-0F62-2370E78FF3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607" t="89300" r="13736" b="7374"/>
          <a:stretch>
            <a:fillRect/>
          </a:stretch>
        </p:blipFill>
        <p:spPr>
          <a:xfrm>
            <a:off x="1551372" y="2963236"/>
            <a:ext cx="3028540" cy="126551"/>
          </a:xfrm>
          <a:custGeom>
            <a:avLst/>
            <a:gdLst>
              <a:gd name="connsiteX0" fmla="*/ 0 w 273343"/>
              <a:gd name="connsiteY0" fmla="*/ 0 h 104131"/>
              <a:gd name="connsiteX1" fmla="*/ 273343 w 273343"/>
              <a:gd name="connsiteY1" fmla="*/ 0 h 104131"/>
              <a:gd name="connsiteX2" fmla="*/ 273343 w 273343"/>
              <a:gd name="connsiteY2" fmla="*/ 104131 h 104131"/>
              <a:gd name="connsiteX3" fmla="*/ 0 w 273343"/>
              <a:gd name="connsiteY3" fmla="*/ 104131 h 104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343" h="104131">
                <a:moveTo>
                  <a:pt x="0" y="0"/>
                </a:moveTo>
                <a:lnTo>
                  <a:pt x="273343" y="0"/>
                </a:lnTo>
                <a:lnTo>
                  <a:pt x="273343" y="104131"/>
                </a:lnTo>
                <a:lnTo>
                  <a:pt x="0" y="104131"/>
                </a:lnTo>
                <a:close/>
              </a:path>
            </a:pathLst>
          </a:cu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3924A28-3AE1-0101-435D-22837C34BC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1832" t="89280" r="14652" b="7272"/>
          <a:stretch>
            <a:fillRect/>
          </a:stretch>
        </p:blipFill>
        <p:spPr>
          <a:xfrm>
            <a:off x="1551375" y="6485620"/>
            <a:ext cx="2245925" cy="127970"/>
          </a:xfrm>
          <a:custGeom>
            <a:avLst/>
            <a:gdLst>
              <a:gd name="connsiteX0" fmla="*/ 0 w 206375"/>
              <a:gd name="connsiteY0" fmla="*/ 0 h 107950"/>
              <a:gd name="connsiteX1" fmla="*/ 206375 w 206375"/>
              <a:gd name="connsiteY1" fmla="*/ 0 h 107950"/>
              <a:gd name="connsiteX2" fmla="*/ 206375 w 206375"/>
              <a:gd name="connsiteY2" fmla="*/ 107950 h 107950"/>
              <a:gd name="connsiteX3" fmla="*/ 0 w 206375"/>
              <a:gd name="connsiteY3" fmla="*/ 107950 h 10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375" h="107950">
                <a:moveTo>
                  <a:pt x="0" y="0"/>
                </a:moveTo>
                <a:lnTo>
                  <a:pt x="206375" y="0"/>
                </a:lnTo>
                <a:lnTo>
                  <a:pt x="206375" y="107950"/>
                </a:lnTo>
                <a:lnTo>
                  <a:pt x="0" y="107950"/>
                </a:lnTo>
                <a:close/>
              </a:path>
            </a:pathLst>
          </a:cu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3C927801-D6D9-C68F-7E48-6697966BD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3613" y="0"/>
            <a:ext cx="256177" cy="3429000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1999CB72-DD1F-D799-EF99-3B82D42D1B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44" y="3491257"/>
            <a:ext cx="25617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8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7F286A2-9BF9-3ABD-74F6-816DF8705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1397000"/>
            <a:ext cx="7112000" cy="4064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01C2023-B220-7108-451B-5F44B3D9F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1397000"/>
            <a:ext cx="711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2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EEC01-6032-AF02-7C8C-652336402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CC77F82-4B1B-7874-D94E-3BEA09F99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31806"/>
            <a:ext cx="7772400" cy="4794388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EE5367E3-AD56-9872-C41A-756D07DA9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551" y="121987"/>
            <a:ext cx="2490871" cy="230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7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2DE95-DABB-5F4B-ACDA-4C388CE59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D4823A0-48A2-8DA7-1AAB-8095311DE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743" y="1638300"/>
            <a:ext cx="5499100" cy="17907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BA25222-02B8-C539-D2A2-B8F38D3BA0E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29" y="-351350"/>
            <a:ext cx="5499100" cy="17907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409C9FE-4B78-9E2D-D6E8-FE7D2621891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 l="-2" r="54" b="-662"/>
          <a:stretch>
            <a:fillRect/>
          </a:stretch>
        </p:blipFill>
        <p:spPr>
          <a:xfrm>
            <a:off x="747629" y="3070059"/>
            <a:ext cx="5499100" cy="179069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3472B03-94DE-EC0E-D355-643168CD8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29" y="5038225"/>
            <a:ext cx="5499100" cy="1790700"/>
          </a:xfrm>
          <a:prstGeom prst="rect">
            <a:avLst/>
          </a:prstGeom>
        </p:spPr>
      </p:pic>
      <p:sp>
        <p:nvSpPr>
          <p:cNvPr id="12" name="円/楕円 11">
            <a:extLst>
              <a:ext uri="{FF2B5EF4-FFF2-40B4-BE49-F238E27FC236}">
                <a16:creationId xmlns:a16="http://schemas.microsoft.com/office/drawing/2014/main" id="{25DF9C90-A133-3BA2-7825-B953A3057222}"/>
              </a:ext>
            </a:extLst>
          </p:cNvPr>
          <p:cNvSpPr/>
          <p:nvPr/>
        </p:nvSpPr>
        <p:spPr>
          <a:xfrm>
            <a:off x="1065068" y="3542190"/>
            <a:ext cx="612811" cy="639192"/>
          </a:xfrm>
          <a:prstGeom prst="ellipse">
            <a:avLst/>
          </a:prstGeom>
          <a:solidFill>
            <a:schemeClr val="tx1">
              <a:alpha val="66000"/>
            </a:schemeClr>
          </a:solid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8007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601A071-8E7B-60FE-B6F2-6E93B01A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95250"/>
            <a:ext cx="5105400" cy="51435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50D8FD4-9624-8460-51E3-0A0AC739A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95250"/>
            <a:ext cx="5105400" cy="514350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44CFFED-2729-3F5E-F659-DD367ACA50A1}"/>
              </a:ext>
            </a:extLst>
          </p:cNvPr>
          <p:cNvSpPr/>
          <p:nvPr/>
        </p:nvSpPr>
        <p:spPr>
          <a:xfrm>
            <a:off x="288099" y="4196219"/>
            <a:ext cx="2962405" cy="206680"/>
          </a:xfrm>
          <a:prstGeom prst="rect">
            <a:avLst/>
          </a:prstGeom>
          <a:solidFill>
            <a:srgbClr val="EFF7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252F023-4DB0-587C-19BD-9D1FC8A14B3C}"/>
              </a:ext>
            </a:extLst>
          </p:cNvPr>
          <p:cNvSpPr/>
          <p:nvPr/>
        </p:nvSpPr>
        <p:spPr>
          <a:xfrm>
            <a:off x="5504112" y="4196219"/>
            <a:ext cx="2962405" cy="206680"/>
          </a:xfrm>
          <a:prstGeom prst="rect">
            <a:avLst/>
          </a:prstGeom>
          <a:solidFill>
            <a:srgbClr val="EFF7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9F66559-416B-A911-861E-0ED1F90C4D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91" t="13227" r="7448" b="5196"/>
          <a:stretch>
            <a:fillRect/>
          </a:stretch>
        </p:blipFill>
        <p:spPr>
          <a:xfrm>
            <a:off x="2526323" y="5433927"/>
            <a:ext cx="457200" cy="445496"/>
          </a:xfrm>
          <a:custGeom>
            <a:avLst/>
            <a:gdLst>
              <a:gd name="connsiteX0" fmla="*/ 228600 w 457200"/>
              <a:gd name="connsiteY0" fmla="*/ 0 h 445496"/>
              <a:gd name="connsiteX1" fmla="*/ 457200 w 457200"/>
              <a:gd name="connsiteY1" fmla="*/ 222748 h 445496"/>
              <a:gd name="connsiteX2" fmla="*/ 228600 w 457200"/>
              <a:gd name="connsiteY2" fmla="*/ 445496 h 445496"/>
              <a:gd name="connsiteX3" fmla="*/ 0 w 457200"/>
              <a:gd name="connsiteY3" fmla="*/ 222748 h 445496"/>
              <a:gd name="connsiteX4" fmla="*/ 228600 w 457200"/>
              <a:gd name="connsiteY4" fmla="*/ 0 h 445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445496">
                <a:moveTo>
                  <a:pt x="228600" y="0"/>
                </a:moveTo>
                <a:cubicBezTo>
                  <a:pt x="354852" y="0"/>
                  <a:pt x="457200" y="99728"/>
                  <a:pt x="457200" y="222748"/>
                </a:cubicBezTo>
                <a:cubicBezTo>
                  <a:pt x="457200" y="345768"/>
                  <a:pt x="354852" y="445496"/>
                  <a:pt x="228600" y="445496"/>
                </a:cubicBezTo>
                <a:cubicBezTo>
                  <a:pt x="102348" y="445496"/>
                  <a:pt x="0" y="345768"/>
                  <a:pt x="0" y="222748"/>
                </a:cubicBezTo>
                <a:cubicBezTo>
                  <a:pt x="0" y="99728"/>
                  <a:pt x="102348" y="0"/>
                  <a:pt x="228600" y="0"/>
                </a:cubicBezTo>
                <a:close/>
              </a:path>
            </a:pathLst>
          </a:cu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B62F38A-CFF4-B3D3-EEBD-87E77D624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9850" y="4554124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81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AF0231A-A59E-4C4D-72CE-9710B6258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82" y="13339"/>
            <a:ext cx="5570483" cy="456946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61DB293-7024-2B7F-62A7-31101F200B0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rcRect b="94333"/>
          <a:stretch>
            <a:fillRect/>
          </a:stretch>
        </p:blipFill>
        <p:spPr>
          <a:xfrm>
            <a:off x="5570483" y="311078"/>
            <a:ext cx="5854700" cy="261257"/>
          </a:xfrm>
          <a:custGeom>
            <a:avLst/>
            <a:gdLst>
              <a:gd name="connsiteX0" fmla="*/ 0 w 5854700"/>
              <a:gd name="connsiteY0" fmla="*/ 0 h 261257"/>
              <a:gd name="connsiteX1" fmla="*/ 5854700 w 5854700"/>
              <a:gd name="connsiteY1" fmla="*/ 0 h 261257"/>
              <a:gd name="connsiteX2" fmla="*/ 5854700 w 5854700"/>
              <a:gd name="connsiteY2" fmla="*/ 261257 h 261257"/>
              <a:gd name="connsiteX3" fmla="*/ 0 w 5854700"/>
              <a:gd name="connsiteY3" fmla="*/ 261257 h 261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4700" h="261257">
                <a:moveTo>
                  <a:pt x="0" y="0"/>
                </a:moveTo>
                <a:lnTo>
                  <a:pt x="5854700" y="0"/>
                </a:lnTo>
                <a:lnTo>
                  <a:pt x="5854700" y="261257"/>
                </a:lnTo>
                <a:lnTo>
                  <a:pt x="0" y="261257"/>
                </a:lnTo>
                <a:close/>
              </a:path>
            </a:pathLst>
          </a:cu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203A812-9984-D662-DFE1-EE3CFFFA0F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4333"/>
          <a:stretch>
            <a:fillRect/>
          </a:stretch>
        </p:blipFill>
        <p:spPr>
          <a:xfrm>
            <a:off x="5570483" y="770761"/>
            <a:ext cx="5854700" cy="26125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B505A0B-CFEA-4B04-D7E5-56E139D72E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1032018"/>
            <a:ext cx="5854700" cy="26062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0AA529F-0832-5D43-31E3-EB9C67D73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1290197"/>
            <a:ext cx="5854700" cy="26062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984D246-F9E5-36E4-88F0-AB7434836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1545960"/>
            <a:ext cx="5854700" cy="26062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34B9AA79-AFB6-1975-0E06-39DC66EE17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2" t="22838" r="40988" b="73942"/>
          <a:stretch>
            <a:fillRect/>
          </a:stretch>
        </p:blipFill>
        <p:spPr>
          <a:xfrm>
            <a:off x="-304800" y="5228860"/>
            <a:ext cx="10462079" cy="494832"/>
          </a:xfrm>
          <a:prstGeom prst="rect">
            <a:avLst/>
          </a:prstGeom>
        </p:spPr>
      </p:pic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E0FE96A-96EB-CF5D-82CA-C76C587606AC}"/>
              </a:ext>
            </a:extLst>
          </p:cNvPr>
          <p:cNvSpPr/>
          <p:nvPr/>
        </p:nvSpPr>
        <p:spPr>
          <a:xfrm>
            <a:off x="0" y="5810549"/>
            <a:ext cx="10157279" cy="360946"/>
          </a:xfrm>
          <a:prstGeom prst="rect">
            <a:avLst/>
          </a:prstGeom>
          <a:gradFill>
            <a:gsLst>
              <a:gs pos="0">
                <a:srgbClr val="0046AC"/>
              </a:gs>
              <a:gs pos="29000">
                <a:srgbClr val="669EE2"/>
              </a:gs>
              <a:gs pos="58000">
                <a:srgbClr val="83B8F1"/>
              </a:gs>
              <a:gs pos="91000">
                <a:srgbClr val="BCF0FF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5D3A976-F353-09BF-4D34-E6349DF434CE}"/>
              </a:ext>
            </a:extLst>
          </p:cNvPr>
          <p:cNvSpPr/>
          <p:nvPr/>
        </p:nvSpPr>
        <p:spPr>
          <a:xfrm>
            <a:off x="-76200" y="5863595"/>
            <a:ext cx="10157279" cy="201493"/>
          </a:xfrm>
          <a:prstGeom prst="rect">
            <a:avLst/>
          </a:prstGeom>
          <a:gradFill>
            <a:gsLst>
              <a:gs pos="3000">
                <a:srgbClr val="A0C0E4"/>
              </a:gs>
              <a:gs pos="100000">
                <a:srgbClr val="BED6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859B742E-EFD2-876F-4087-5728FC43AB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1804139"/>
            <a:ext cx="5854700" cy="260620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206D4F5D-BDB6-F82E-9E0C-3F0A702920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2059902"/>
            <a:ext cx="5854700" cy="260620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E52B69F5-B6A1-665D-8702-A99E8B1050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2286849"/>
            <a:ext cx="5854700" cy="26062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F02FD07D-2275-6886-02DF-A9A0E5B2FA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2542612"/>
            <a:ext cx="5854700" cy="260620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1D94790C-2B6E-A195-C30D-1BF1FB2CF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2769559"/>
            <a:ext cx="5854700" cy="26062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70195387-BEC8-F0A6-997F-83765E2BB8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3025322"/>
            <a:ext cx="5854700" cy="260620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CD0415EF-DCBB-CC3B-3600-40E0147988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3218578"/>
            <a:ext cx="5854700" cy="260620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43AB8E48-9BA5-2740-A19B-DBF7CD4BAE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3474341"/>
            <a:ext cx="5854700" cy="260620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960DC392-2FB3-FB35-F6C0-EBBBD13298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3717695"/>
            <a:ext cx="5854700" cy="260620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67483DB4-CE75-CFC5-FEEE-7CAA78717C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3973458"/>
            <a:ext cx="5854700" cy="260620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0BC937B6-F512-59BC-B9E3-CAC2579D58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4196119"/>
            <a:ext cx="5854700" cy="260620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BDD1C731-0856-4EF0-AABF-80F2C5DA6A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26" t="17252" r="2736" b="77699"/>
          <a:stretch>
            <a:fillRect/>
          </a:stretch>
        </p:blipFill>
        <p:spPr>
          <a:xfrm>
            <a:off x="5570483" y="4451882"/>
            <a:ext cx="5854700" cy="260620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D5B9052A-4F21-F8B1-A719-D5B6C318E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13" t="33721" r="7162" b="52521"/>
          <a:stretch>
            <a:fillRect/>
          </a:stretch>
        </p:blipFill>
        <p:spPr>
          <a:xfrm>
            <a:off x="11918452" y="1610527"/>
            <a:ext cx="547096" cy="628650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34888C13-DDEB-31FF-B191-3E6205E2D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13" t="33721" r="7162" b="52521"/>
          <a:stretch>
            <a:fillRect/>
          </a:stretch>
        </p:blipFill>
        <p:spPr>
          <a:xfrm>
            <a:off x="11918451" y="2222980"/>
            <a:ext cx="547096" cy="628650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C9F3DC07-8803-F107-5D19-FD4B230B7F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13" t="33721" r="7162" b="52521"/>
          <a:stretch>
            <a:fillRect/>
          </a:stretch>
        </p:blipFill>
        <p:spPr>
          <a:xfrm>
            <a:off x="11918450" y="2819768"/>
            <a:ext cx="547096" cy="628650"/>
          </a:xfrm>
          <a:prstGeom prst="rect">
            <a:avLst/>
          </a:prstGeom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B0D0DBD4-6241-987B-0833-735315466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13" t="33721" r="7162" b="52521"/>
          <a:stretch>
            <a:fillRect/>
          </a:stretch>
        </p:blipFill>
        <p:spPr>
          <a:xfrm>
            <a:off x="11918449" y="3442169"/>
            <a:ext cx="547096" cy="628650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F1D8C580-83E6-C44D-7D30-DDC064BF97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367" y="1432541"/>
            <a:ext cx="5486400" cy="2932483"/>
          </a:xfrm>
          <a:prstGeom prst="rect">
            <a:avLst/>
          </a:prstGeom>
          <a:effectLst>
            <a:outerShdw blurRad="159040" dist="38100" dir="2220000" algn="t" rotWithShape="0">
              <a:prstClr val="black">
                <a:alpha val="60760"/>
              </a:prstClr>
            </a:outerShdw>
          </a:effectLst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6A8E6EE0-7606-8FCB-7DE7-257C8C4F71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9" t="23836" r="63956" b="74742"/>
          <a:stretch>
            <a:fillRect/>
          </a:stretch>
        </p:blipFill>
        <p:spPr>
          <a:xfrm>
            <a:off x="5759367" y="1326584"/>
            <a:ext cx="5476932" cy="125715"/>
          </a:xfrm>
          <a:prstGeom prst="rect">
            <a:avLst/>
          </a:prstGeom>
        </p:spPr>
      </p:pic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807344EE-35EF-1B37-A9C7-5F623AC72994}"/>
              </a:ext>
            </a:extLst>
          </p:cNvPr>
          <p:cNvSpPr txBox="1"/>
          <p:nvPr/>
        </p:nvSpPr>
        <p:spPr>
          <a:xfrm>
            <a:off x="7892539" y="754957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>
                <a:latin typeface="Akua Kana" panose="020B0300000000000000" pitchFamily="34" charset="-128"/>
                <a:ea typeface="Akua Kana" panose="020B0300000000000000" pitchFamily="34" charset="-128"/>
              </a:rPr>
              <a:t>システム環境設定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0B491077-DC6E-9260-8AB6-6A2F47CE3F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842" t="778" r="5668" b="95926"/>
          <a:stretch>
            <a:fillRect/>
          </a:stretch>
        </p:blipFill>
        <p:spPr>
          <a:xfrm>
            <a:off x="11093214" y="809928"/>
            <a:ext cx="262881" cy="151927"/>
          </a:xfrm>
          <a:prstGeom prst="rect">
            <a:avLst/>
          </a:prstGeom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CD7D8F4A-6D4C-A94C-2A29-07A598AA05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07" t="18182" r="48234" b="74808"/>
          <a:stretch>
            <a:fillRect/>
          </a:stretch>
        </p:blipFill>
        <p:spPr>
          <a:xfrm>
            <a:off x="502382" y="2020737"/>
            <a:ext cx="4291258" cy="1517755"/>
          </a:xfrm>
          <a:prstGeom prst="rect">
            <a:avLst/>
          </a:prstGeom>
        </p:spPr>
      </p:pic>
      <p:sp>
        <p:nvSpPr>
          <p:cNvPr id="58" name="Freeform: Shape 15">
            <a:extLst>
              <a:ext uri="{FF2B5EF4-FFF2-40B4-BE49-F238E27FC236}">
                <a16:creationId xmlns:a16="http://schemas.microsoft.com/office/drawing/2014/main" id="{7792470F-E17D-291C-DC2F-5E085E53AB60}"/>
              </a:ext>
            </a:extLst>
          </p:cNvPr>
          <p:cNvSpPr/>
          <p:nvPr/>
        </p:nvSpPr>
        <p:spPr>
          <a:xfrm>
            <a:off x="3656203" y="1154878"/>
            <a:ext cx="807759" cy="249266"/>
          </a:xfrm>
          <a:custGeom>
            <a:avLst/>
            <a:gdLst>
              <a:gd name="connsiteX0" fmla="*/ 110068 w 1180750"/>
              <a:gd name="connsiteY0" fmla="*/ 0 h 497205"/>
              <a:gd name="connsiteX1" fmla="*/ 1074492 w 1180750"/>
              <a:gd name="connsiteY1" fmla="*/ 0 h 497205"/>
              <a:gd name="connsiteX2" fmla="*/ 1161868 w 1180750"/>
              <a:gd name="connsiteY2" fmla="*/ 57917 h 497205"/>
              <a:gd name="connsiteX3" fmla="*/ 1166585 w 1180750"/>
              <a:gd name="connsiteY3" fmla="*/ 81280 h 497205"/>
              <a:gd name="connsiteX4" fmla="*/ 1169320 w 1180750"/>
              <a:gd name="connsiteY4" fmla="*/ 81280 h 497205"/>
              <a:gd name="connsiteX5" fmla="*/ 1180750 w 1180750"/>
              <a:gd name="connsiteY5" fmla="*/ 495300 h 497205"/>
              <a:gd name="connsiteX6" fmla="*/ 0 w 1180750"/>
              <a:gd name="connsiteY6" fmla="*/ 497205 h 497205"/>
              <a:gd name="connsiteX7" fmla="*/ 15240 w 1180750"/>
              <a:gd name="connsiteY7" fmla="*/ 81280 h 497205"/>
              <a:gd name="connsiteX8" fmla="*/ 17975 w 1180750"/>
              <a:gd name="connsiteY8" fmla="*/ 81280 h 497205"/>
              <a:gd name="connsiteX9" fmla="*/ 22692 w 1180750"/>
              <a:gd name="connsiteY9" fmla="*/ 57917 h 497205"/>
              <a:gd name="connsiteX10" fmla="*/ 110068 w 1180750"/>
              <a:gd name="connsiteY10" fmla="*/ 0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0750" h="497205">
                <a:moveTo>
                  <a:pt x="110068" y="0"/>
                </a:moveTo>
                <a:lnTo>
                  <a:pt x="1074492" y="0"/>
                </a:lnTo>
                <a:cubicBezTo>
                  <a:pt x="1113771" y="0"/>
                  <a:pt x="1147472" y="23881"/>
                  <a:pt x="1161868" y="57917"/>
                </a:cubicBezTo>
                <a:lnTo>
                  <a:pt x="1166585" y="81280"/>
                </a:lnTo>
                <a:lnTo>
                  <a:pt x="1169320" y="81280"/>
                </a:lnTo>
                <a:lnTo>
                  <a:pt x="1180750" y="495300"/>
                </a:lnTo>
                <a:lnTo>
                  <a:pt x="0" y="497205"/>
                </a:lnTo>
                <a:lnTo>
                  <a:pt x="15240" y="81280"/>
                </a:lnTo>
                <a:lnTo>
                  <a:pt x="17975" y="81280"/>
                </a:lnTo>
                <a:lnTo>
                  <a:pt x="22692" y="57917"/>
                </a:lnTo>
                <a:cubicBezTo>
                  <a:pt x="37088" y="23881"/>
                  <a:pt x="70789" y="0"/>
                  <a:pt x="110068" y="0"/>
                </a:cubicBezTo>
                <a:close/>
              </a:path>
            </a:pathLst>
          </a:custGeom>
          <a:gradFill>
            <a:gsLst>
              <a:gs pos="18000">
                <a:srgbClr val="76A0CE"/>
              </a:gs>
              <a:gs pos="99000">
                <a:srgbClr val="8CCDFF"/>
              </a:gs>
            </a:gsLst>
            <a:lin ang="5400000" scaled="1"/>
          </a:gradFill>
          <a:ln>
            <a:noFill/>
          </a:ln>
          <a:effectLst>
            <a:innerShdw blurRad="42204" dist="38100" dir="16200000">
              <a:srgbClr val="1C60B3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902" dirty="0"/>
          </a:p>
        </p:txBody>
      </p:sp>
      <p:sp>
        <p:nvSpPr>
          <p:cNvPr id="60" name="Rectangle: Rounded Corners 18">
            <a:extLst>
              <a:ext uri="{FF2B5EF4-FFF2-40B4-BE49-F238E27FC236}">
                <a16:creationId xmlns:a16="http://schemas.microsoft.com/office/drawing/2014/main" id="{77F74736-161E-AA22-8B6F-CDB5D04FDAAB}"/>
              </a:ext>
            </a:extLst>
          </p:cNvPr>
          <p:cNvSpPr/>
          <p:nvPr/>
        </p:nvSpPr>
        <p:spPr>
          <a:xfrm>
            <a:off x="3663314" y="1141157"/>
            <a:ext cx="793536" cy="107459"/>
          </a:xfrm>
          <a:prstGeom prst="roundRect">
            <a:avLst>
              <a:gd name="adj" fmla="val 50000"/>
            </a:avLst>
          </a:prstGeom>
          <a:gradFill>
            <a:gsLst>
              <a:gs pos="71000">
                <a:srgbClr val="AEC9E4"/>
              </a:gs>
              <a:gs pos="99000">
                <a:srgbClr val="83A9D2"/>
              </a:gs>
            </a:gsLst>
            <a:lin ang="5400000" scaled="1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61" name="Rectangle 1">
            <a:extLst>
              <a:ext uri="{FF2B5EF4-FFF2-40B4-BE49-F238E27FC236}">
                <a16:creationId xmlns:a16="http://schemas.microsoft.com/office/drawing/2014/main" id="{4D981501-EAC6-2660-EA90-3EFE72589DEC}"/>
              </a:ext>
            </a:extLst>
          </p:cNvPr>
          <p:cNvSpPr/>
          <p:nvPr/>
        </p:nvSpPr>
        <p:spPr>
          <a:xfrm>
            <a:off x="3663314" y="1232539"/>
            <a:ext cx="807759" cy="197938"/>
          </a:xfrm>
          <a:custGeom>
            <a:avLst/>
            <a:gdLst>
              <a:gd name="connsiteX0" fmla="*/ 0 w 788843"/>
              <a:gd name="connsiteY0" fmla="*/ 0 h 201748"/>
              <a:gd name="connsiteX1" fmla="*/ 788843 w 788843"/>
              <a:gd name="connsiteY1" fmla="*/ 0 h 201748"/>
              <a:gd name="connsiteX2" fmla="*/ 788843 w 788843"/>
              <a:gd name="connsiteY2" fmla="*/ 201748 h 201748"/>
              <a:gd name="connsiteX3" fmla="*/ 0 w 788843"/>
              <a:gd name="connsiteY3" fmla="*/ 201748 h 201748"/>
              <a:gd name="connsiteX4" fmla="*/ 0 w 788843"/>
              <a:gd name="connsiteY4" fmla="*/ 0 h 201748"/>
              <a:gd name="connsiteX0" fmla="*/ 0 w 788843"/>
              <a:gd name="connsiteY0" fmla="*/ 0 h 201748"/>
              <a:gd name="connsiteX1" fmla="*/ 741218 w 788843"/>
              <a:gd name="connsiteY1" fmla="*/ 0 h 201748"/>
              <a:gd name="connsiteX2" fmla="*/ 788843 w 788843"/>
              <a:gd name="connsiteY2" fmla="*/ 201748 h 201748"/>
              <a:gd name="connsiteX3" fmla="*/ 0 w 788843"/>
              <a:gd name="connsiteY3" fmla="*/ 201748 h 201748"/>
              <a:gd name="connsiteX4" fmla="*/ 0 w 788843"/>
              <a:gd name="connsiteY4" fmla="*/ 0 h 201748"/>
              <a:gd name="connsiteX0" fmla="*/ 0 w 788843"/>
              <a:gd name="connsiteY0" fmla="*/ 0 h 201748"/>
              <a:gd name="connsiteX1" fmla="*/ 764078 w 788843"/>
              <a:gd name="connsiteY1" fmla="*/ 0 h 201748"/>
              <a:gd name="connsiteX2" fmla="*/ 788843 w 788843"/>
              <a:gd name="connsiteY2" fmla="*/ 201748 h 201748"/>
              <a:gd name="connsiteX3" fmla="*/ 0 w 788843"/>
              <a:gd name="connsiteY3" fmla="*/ 201748 h 201748"/>
              <a:gd name="connsiteX4" fmla="*/ 0 w 788843"/>
              <a:gd name="connsiteY4" fmla="*/ 0 h 201748"/>
              <a:gd name="connsiteX0" fmla="*/ 13335 w 788843"/>
              <a:gd name="connsiteY0" fmla="*/ 1905 h 201748"/>
              <a:gd name="connsiteX1" fmla="*/ 764078 w 788843"/>
              <a:gd name="connsiteY1" fmla="*/ 0 h 201748"/>
              <a:gd name="connsiteX2" fmla="*/ 788843 w 788843"/>
              <a:gd name="connsiteY2" fmla="*/ 201748 h 201748"/>
              <a:gd name="connsiteX3" fmla="*/ 0 w 788843"/>
              <a:gd name="connsiteY3" fmla="*/ 201748 h 201748"/>
              <a:gd name="connsiteX4" fmla="*/ 13335 w 788843"/>
              <a:gd name="connsiteY4" fmla="*/ 1905 h 201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8843" h="201748">
                <a:moveTo>
                  <a:pt x="13335" y="1905"/>
                </a:moveTo>
                <a:lnTo>
                  <a:pt x="764078" y="0"/>
                </a:lnTo>
                <a:lnTo>
                  <a:pt x="788843" y="201748"/>
                </a:lnTo>
                <a:lnTo>
                  <a:pt x="0" y="201748"/>
                </a:lnTo>
                <a:lnTo>
                  <a:pt x="13335" y="1905"/>
                </a:lnTo>
                <a:close/>
              </a:path>
            </a:pathLst>
          </a:custGeom>
          <a:gradFill>
            <a:gsLst>
              <a:gs pos="12000">
                <a:srgbClr val="8BB3DD"/>
              </a:gs>
              <a:gs pos="100000">
                <a:srgbClr val="D6FFFF"/>
              </a:gs>
            </a:gsLst>
            <a:lin ang="5400000" scaled="1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Freeform: Shape 27">
            <a:extLst>
              <a:ext uri="{FF2B5EF4-FFF2-40B4-BE49-F238E27FC236}">
                <a16:creationId xmlns:a16="http://schemas.microsoft.com/office/drawing/2014/main" id="{72A9C6A8-68D3-52EE-427B-31DE29698348}"/>
              </a:ext>
            </a:extLst>
          </p:cNvPr>
          <p:cNvSpPr/>
          <p:nvPr/>
        </p:nvSpPr>
        <p:spPr>
          <a:xfrm>
            <a:off x="3697605" y="685830"/>
            <a:ext cx="807759" cy="249266"/>
          </a:xfrm>
          <a:custGeom>
            <a:avLst/>
            <a:gdLst>
              <a:gd name="connsiteX0" fmla="*/ 110068 w 1180750"/>
              <a:gd name="connsiteY0" fmla="*/ 0 h 497205"/>
              <a:gd name="connsiteX1" fmla="*/ 1074492 w 1180750"/>
              <a:gd name="connsiteY1" fmla="*/ 0 h 497205"/>
              <a:gd name="connsiteX2" fmla="*/ 1161868 w 1180750"/>
              <a:gd name="connsiteY2" fmla="*/ 57917 h 497205"/>
              <a:gd name="connsiteX3" fmla="*/ 1166585 w 1180750"/>
              <a:gd name="connsiteY3" fmla="*/ 81280 h 497205"/>
              <a:gd name="connsiteX4" fmla="*/ 1169320 w 1180750"/>
              <a:gd name="connsiteY4" fmla="*/ 81280 h 497205"/>
              <a:gd name="connsiteX5" fmla="*/ 1180750 w 1180750"/>
              <a:gd name="connsiteY5" fmla="*/ 495300 h 497205"/>
              <a:gd name="connsiteX6" fmla="*/ 0 w 1180750"/>
              <a:gd name="connsiteY6" fmla="*/ 497205 h 497205"/>
              <a:gd name="connsiteX7" fmla="*/ 15240 w 1180750"/>
              <a:gd name="connsiteY7" fmla="*/ 81280 h 497205"/>
              <a:gd name="connsiteX8" fmla="*/ 17975 w 1180750"/>
              <a:gd name="connsiteY8" fmla="*/ 81280 h 497205"/>
              <a:gd name="connsiteX9" fmla="*/ 22692 w 1180750"/>
              <a:gd name="connsiteY9" fmla="*/ 57917 h 497205"/>
              <a:gd name="connsiteX10" fmla="*/ 110068 w 1180750"/>
              <a:gd name="connsiteY10" fmla="*/ 0 h 497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0750" h="497205">
                <a:moveTo>
                  <a:pt x="110068" y="0"/>
                </a:moveTo>
                <a:lnTo>
                  <a:pt x="1074492" y="0"/>
                </a:lnTo>
                <a:cubicBezTo>
                  <a:pt x="1113771" y="0"/>
                  <a:pt x="1147472" y="23881"/>
                  <a:pt x="1161868" y="57917"/>
                </a:cubicBezTo>
                <a:lnTo>
                  <a:pt x="1166585" y="81280"/>
                </a:lnTo>
                <a:lnTo>
                  <a:pt x="1169320" y="81280"/>
                </a:lnTo>
                <a:lnTo>
                  <a:pt x="1180750" y="495300"/>
                </a:lnTo>
                <a:lnTo>
                  <a:pt x="0" y="497205"/>
                </a:lnTo>
                <a:lnTo>
                  <a:pt x="15240" y="81280"/>
                </a:lnTo>
                <a:lnTo>
                  <a:pt x="17975" y="81280"/>
                </a:lnTo>
                <a:lnTo>
                  <a:pt x="22692" y="57917"/>
                </a:lnTo>
                <a:cubicBezTo>
                  <a:pt x="37088" y="23881"/>
                  <a:pt x="70789" y="0"/>
                  <a:pt x="110068" y="0"/>
                </a:cubicBezTo>
                <a:close/>
              </a:path>
            </a:pathLst>
          </a:custGeom>
          <a:gradFill>
            <a:gsLst>
              <a:gs pos="25000">
                <a:srgbClr val="C8C8C8"/>
              </a:gs>
              <a:gs pos="100000">
                <a:srgbClr val="F2FBFB"/>
              </a:gs>
            </a:gsLst>
            <a:lin ang="5400000" scaled="1"/>
          </a:gradFill>
          <a:ln>
            <a:noFill/>
          </a:ln>
          <a:effectLst>
            <a:innerShdw blurRad="63500" dist="38100" dir="16200000">
              <a:schemeClr val="bg2">
                <a:lumMod val="50000"/>
                <a:alpha val="7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ja-JP" altLang="en-US" sz="902" dirty="0"/>
          </a:p>
        </p:txBody>
      </p:sp>
      <p:sp>
        <p:nvSpPr>
          <p:cNvPr id="63" name="Rectangle: Rounded Corners 28">
            <a:extLst>
              <a:ext uri="{FF2B5EF4-FFF2-40B4-BE49-F238E27FC236}">
                <a16:creationId xmlns:a16="http://schemas.microsoft.com/office/drawing/2014/main" id="{2B1235F7-9C7F-4F3A-509C-8C0CCEBF0EC0}"/>
              </a:ext>
            </a:extLst>
          </p:cNvPr>
          <p:cNvSpPr/>
          <p:nvPr/>
        </p:nvSpPr>
        <p:spPr>
          <a:xfrm>
            <a:off x="3704716" y="683677"/>
            <a:ext cx="793536" cy="107459"/>
          </a:xfrm>
          <a:prstGeom prst="roundRect">
            <a:avLst>
              <a:gd name="adj" fmla="val 50000"/>
            </a:avLst>
          </a:prstGeom>
          <a:gradFill>
            <a:gsLst>
              <a:gs pos="18000">
                <a:srgbClr val="DDDDDD"/>
              </a:gs>
              <a:gs pos="100000">
                <a:srgbClr val="DADADA"/>
              </a:gs>
            </a:gsLst>
            <a:lin ang="5400000" scaled="1"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68" name="図 67">
            <a:extLst>
              <a:ext uri="{FF2B5EF4-FFF2-40B4-BE49-F238E27FC236}">
                <a16:creationId xmlns:a16="http://schemas.microsoft.com/office/drawing/2014/main" id="{9F657F5F-8AD6-C7C0-B422-082A6884C4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92" t="19269" r="48999" b="75848"/>
          <a:stretch>
            <a:fillRect/>
          </a:stretch>
        </p:blipFill>
        <p:spPr>
          <a:xfrm>
            <a:off x="601130" y="2913578"/>
            <a:ext cx="3855720" cy="1057182"/>
          </a:xfrm>
          <a:custGeom>
            <a:avLst/>
            <a:gdLst>
              <a:gd name="connsiteX0" fmla="*/ 281942 w 3855720"/>
              <a:gd name="connsiteY0" fmla="*/ 0 h 1057182"/>
              <a:gd name="connsiteX1" fmla="*/ 3541918 w 3855720"/>
              <a:gd name="connsiteY1" fmla="*/ 0 h 1057182"/>
              <a:gd name="connsiteX2" fmla="*/ 3788030 w 3855720"/>
              <a:gd name="connsiteY2" fmla="*/ 163134 h 1057182"/>
              <a:gd name="connsiteX3" fmla="*/ 3792785 w 3855720"/>
              <a:gd name="connsiteY3" fmla="*/ 186685 h 1057182"/>
              <a:gd name="connsiteX4" fmla="*/ 3817620 w 3855720"/>
              <a:gd name="connsiteY4" fmla="*/ 186585 h 1057182"/>
              <a:gd name="connsiteX5" fmla="*/ 3855720 w 3855720"/>
              <a:gd name="connsiteY5" fmla="*/ 1057182 h 1057182"/>
              <a:gd name="connsiteX6" fmla="*/ 0 w 3855720"/>
              <a:gd name="connsiteY6" fmla="*/ 1057182 h 1057182"/>
              <a:gd name="connsiteX7" fmla="*/ 15240 w 3855720"/>
              <a:gd name="connsiteY7" fmla="*/ 201825 h 1057182"/>
              <a:gd name="connsiteX8" fmla="*/ 28029 w 3855720"/>
              <a:gd name="connsiteY8" fmla="*/ 201774 h 1057182"/>
              <a:gd name="connsiteX9" fmla="*/ 35830 w 3855720"/>
              <a:gd name="connsiteY9" fmla="*/ 163134 h 1057182"/>
              <a:gd name="connsiteX10" fmla="*/ 281942 w 3855720"/>
              <a:gd name="connsiteY10" fmla="*/ 0 h 1057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55720" h="1057182">
                <a:moveTo>
                  <a:pt x="281942" y="0"/>
                </a:moveTo>
                <a:lnTo>
                  <a:pt x="3541918" y="0"/>
                </a:lnTo>
                <a:cubicBezTo>
                  <a:pt x="3652555" y="0"/>
                  <a:pt x="3747482" y="67267"/>
                  <a:pt x="3788030" y="163134"/>
                </a:cubicBezTo>
                <a:lnTo>
                  <a:pt x="3792785" y="186685"/>
                </a:lnTo>
                <a:lnTo>
                  <a:pt x="3817620" y="186585"/>
                </a:lnTo>
                <a:lnTo>
                  <a:pt x="3855720" y="1057182"/>
                </a:lnTo>
                <a:lnTo>
                  <a:pt x="0" y="1057182"/>
                </a:lnTo>
                <a:lnTo>
                  <a:pt x="15240" y="201825"/>
                </a:lnTo>
                <a:lnTo>
                  <a:pt x="28029" y="201774"/>
                </a:lnTo>
                <a:lnTo>
                  <a:pt x="35830" y="163134"/>
                </a:lnTo>
                <a:cubicBezTo>
                  <a:pt x="76379" y="67267"/>
                  <a:pt x="171305" y="0"/>
                  <a:pt x="281942" y="0"/>
                </a:cubicBezTo>
                <a:close/>
              </a:path>
            </a:pathLst>
          </a:custGeom>
        </p:spPr>
      </p:pic>
      <p:pic>
        <p:nvPicPr>
          <p:cNvPr id="69" name="図 68">
            <a:extLst>
              <a:ext uri="{FF2B5EF4-FFF2-40B4-BE49-F238E27FC236}">
                <a16:creationId xmlns:a16="http://schemas.microsoft.com/office/drawing/2014/main" id="{91E73F23-F9FC-772D-C877-8DEB426D8E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150" y="1123684"/>
            <a:ext cx="846653" cy="233944"/>
          </a:xfrm>
          <a:prstGeom prst="rect">
            <a:avLst/>
          </a:prstGeom>
        </p:spPr>
      </p:pic>
      <p:pic>
        <p:nvPicPr>
          <p:cNvPr id="76" name="図 75">
            <a:extLst>
              <a:ext uri="{FF2B5EF4-FFF2-40B4-BE49-F238E27FC236}">
                <a16:creationId xmlns:a16="http://schemas.microsoft.com/office/drawing/2014/main" id="{D1F46072-0649-C449-CE79-7DAB8B98A1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55" t="19319" r="36502" b="76041"/>
          <a:stretch>
            <a:fillRect/>
          </a:stretch>
        </p:blipFill>
        <p:spPr>
          <a:xfrm>
            <a:off x="1452252" y="2469978"/>
            <a:ext cx="3616900" cy="1106361"/>
          </a:xfrm>
          <a:custGeom>
            <a:avLst/>
            <a:gdLst>
              <a:gd name="connsiteX0" fmla="*/ 247657 w 3616900"/>
              <a:gd name="connsiteY0" fmla="*/ 0 h 1106361"/>
              <a:gd name="connsiteX1" fmla="*/ 3378711 w 3616900"/>
              <a:gd name="connsiteY1" fmla="*/ 0 h 1106361"/>
              <a:gd name="connsiteX2" fmla="*/ 3616900 w 3616900"/>
              <a:gd name="connsiteY2" fmla="*/ 238189 h 1106361"/>
              <a:gd name="connsiteX3" fmla="*/ 3616900 w 3616900"/>
              <a:gd name="connsiteY3" fmla="*/ 350673 h 1106361"/>
              <a:gd name="connsiteX4" fmla="*/ 3604146 w 3616900"/>
              <a:gd name="connsiteY4" fmla="*/ 413847 h 1106361"/>
              <a:gd name="connsiteX5" fmla="*/ 3616900 w 3616900"/>
              <a:gd name="connsiteY5" fmla="*/ 1106361 h 1106361"/>
              <a:gd name="connsiteX6" fmla="*/ 0 w 3616900"/>
              <a:gd name="connsiteY6" fmla="*/ 1106361 h 1106361"/>
              <a:gd name="connsiteX7" fmla="*/ 13662 w 3616900"/>
              <a:gd name="connsiteY7" fmla="*/ 371446 h 1106361"/>
              <a:gd name="connsiteX8" fmla="*/ 9468 w 3616900"/>
              <a:gd name="connsiteY8" fmla="*/ 350673 h 1106361"/>
              <a:gd name="connsiteX9" fmla="*/ 9468 w 3616900"/>
              <a:gd name="connsiteY9" fmla="*/ 238189 h 1106361"/>
              <a:gd name="connsiteX10" fmla="*/ 247657 w 3616900"/>
              <a:gd name="connsiteY10" fmla="*/ 0 h 1106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16900" h="1106361">
                <a:moveTo>
                  <a:pt x="247657" y="0"/>
                </a:moveTo>
                <a:lnTo>
                  <a:pt x="3378711" y="0"/>
                </a:lnTo>
                <a:cubicBezTo>
                  <a:pt x="3510259" y="0"/>
                  <a:pt x="3616900" y="106641"/>
                  <a:pt x="3616900" y="238189"/>
                </a:cubicBezTo>
                <a:lnTo>
                  <a:pt x="3616900" y="350673"/>
                </a:lnTo>
                <a:lnTo>
                  <a:pt x="3604146" y="413847"/>
                </a:lnTo>
                <a:lnTo>
                  <a:pt x="3616900" y="1106361"/>
                </a:lnTo>
                <a:lnTo>
                  <a:pt x="0" y="1106361"/>
                </a:lnTo>
                <a:lnTo>
                  <a:pt x="13662" y="371446"/>
                </a:lnTo>
                <a:lnTo>
                  <a:pt x="9468" y="350673"/>
                </a:lnTo>
                <a:lnTo>
                  <a:pt x="9468" y="238189"/>
                </a:lnTo>
                <a:cubicBezTo>
                  <a:pt x="9468" y="106641"/>
                  <a:pt x="116109" y="0"/>
                  <a:pt x="247657" y="0"/>
                </a:cubicBezTo>
                <a:close/>
              </a:path>
            </a:pathLst>
          </a:custGeom>
        </p:spPr>
      </p:pic>
      <p:pic>
        <p:nvPicPr>
          <p:cNvPr id="71" name="図 70">
            <a:extLst>
              <a:ext uri="{FF2B5EF4-FFF2-40B4-BE49-F238E27FC236}">
                <a16:creationId xmlns:a16="http://schemas.microsoft.com/office/drawing/2014/main" id="{95F6A12D-EA93-0243-B188-A718F423CE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92" t="19269" r="48999" b="75848"/>
          <a:stretch>
            <a:fillRect/>
          </a:stretch>
        </p:blipFill>
        <p:spPr>
          <a:xfrm>
            <a:off x="839172" y="3246572"/>
            <a:ext cx="3617678" cy="1131875"/>
          </a:xfrm>
          <a:custGeom>
            <a:avLst/>
            <a:gdLst>
              <a:gd name="connsiteX0" fmla="*/ 281942 w 3855720"/>
              <a:gd name="connsiteY0" fmla="*/ 0 h 1057182"/>
              <a:gd name="connsiteX1" fmla="*/ 3541918 w 3855720"/>
              <a:gd name="connsiteY1" fmla="*/ 0 h 1057182"/>
              <a:gd name="connsiteX2" fmla="*/ 3788030 w 3855720"/>
              <a:gd name="connsiteY2" fmla="*/ 163134 h 1057182"/>
              <a:gd name="connsiteX3" fmla="*/ 3792785 w 3855720"/>
              <a:gd name="connsiteY3" fmla="*/ 186685 h 1057182"/>
              <a:gd name="connsiteX4" fmla="*/ 3817620 w 3855720"/>
              <a:gd name="connsiteY4" fmla="*/ 186585 h 1057182"/>
              <a:gd name="connsiteX5" fmla="*/ 3855720 w 3855720"/>
              <a:gd name="connsiteY5" fmla="*/ 1057182 h 1057182"/>
              <a:gd name="connsiteX6" fmla="*/ 0 w 3855720"/>
              <a:gd name="connsiteY6" fmla="*/ 1057182 h 1057182"/>
              <a:gd name="connsiteX7" fmla="*/ 15240 w 3855720"/>
              <a:gd name="connsiteY7" fmla="*/ 201825 h 1057182"/>
              <a:gd name="connsiteX8" fmla="*/ 28029 w 3855720"/>
              <a:gd name="connsiteY8" fmla="*/ 201774 h 1057182"/>
              <a:gd name="connsiteX9" fmla="*/ 35830 w 3855720"/>
              <a:gd name="connsiteY9" fmla="*/ 163134 h 1057182"/>
              <a:gd name="connsiteX10" fmla="*/ 281942 w 3855720"/>
              <a:gd name="connsiteY10" fmla="*/ 0 h 1057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55720" h="1057182">
                <a:moveTo>
                  <a:pt x="281942" y="0"/>
                </a:moveTo>
                <a:lnTo>
                  <a:pt x="3541918" y="0"/>
                </a:lnTo>
                <a:cubicBezTo>
                  <a:pt x="3652555" y="0"/>
                  <a:pt x="3747482" y="67267"/>
                  <a:pt x="3788030" y="163134"/>
                </a:cubicBezTo>
                <a:lnTo>
                  <a:pt x="3792785" y="186685"/>
                </a:lnTo>
                <a:lnTo>
                  <a:pt x="3817620" y="186585"/>
                </a:lnTo>
                <a:lnTo>
                  <a:pt x="3855720" y="1057182"/>
                </a:lnTo>
                <a:lnTo>
                  <a:pt x="0" y="1057182"/>
                </a:lnTo>
                <a:lnTo>
                  <a:pt x="15240" y="201825"/>
                </a:lnTo>
                <a:lnTo>
                  <a:pt x="28029" y="201774"/>
                </a:lnTo>
                <a:lnTo>
                  <a:pt x="35830" y="163134"/>
                </a:lnTo>
                <a:cubicBezTo>
                  <a:pt x="76379" y="67267"/>
                  <a:pt x="171305" y="0"/>
                  <a:pt x="281942" y="0"/>
                </a:cubicBezTo>
                <a:close/>
              </a:path>
            </a:pathLst>
          </a:custGeom>
        </p:spPr>
      </p:pic>
      <p:sp>
        <p:nvSpPr>
          <p:cNvPr id="74" name="フリーフォーム 73">
            <a:extLst>
              <a:ext uri="{FF2B5EF4-FFF2-40B4-BE49-F238E27FC236}">
                <a16:creationId xmlns:a16="http://schemas.microsoft.com/office/drawing/2014/main" id="{277FC7B5-7D82-4292-F2B2-19C76181C1D7}"/>
              </a:ext>
            </a:extLst>
          </p:cNvPr>
          <p:cNvSpPr/>
          <p:nvPr/>
        </p:nvSpPr>
        <p:spPr>
          <a:xfrm>
            <a:off x="1423374" y="2012979"/>
            <a:ext cx="3616900" cy="1106361"/>
          </a:xfrm>
          <a:custGeom>
            <a:avLst/>
            <a:gdLst>
              <a:gd name="connsiteX0" fmla="*/ 247657 w 3616900"/>
              <a:gd name="connsiteY0" fmla="*/ 0 h 1106361"/>
              <a:gd name="connsiteX1" fmla="*/ 3378711 w 3616900"/>
              <a:gd name="connsiteY1" fmla="*/ 0 h 1106361"/>
              <a:gd name="connsiteX2" fmla="*/ 3616900 w 3616900"/>
              <a:gd name="connsiteY2" fmla="*/ 238189 h 1106361"/>
              <a:gd name="connsiteX3" fmla="*/ 3616900 w 3616900"/>
              <a:gd name="connsiteY3" fmla="*/ 350673 h 1106361"/>
              <a:gd name="connsiteX4" fmla="*/ 3604146 w 3616900"/>
              <a:gd name="connsiteY4" fmla="*/ 413847 h 1106361"/>
              <a:gd name="connsiteX5" fmla="*/ 3616900 w 3616900"/>
              <a:gd name="connsiteY5" fmla="*/ 1106361 h 1106361"/>
              <a:gd name="connsiteX6" fmla="*/ 0 w 3616900"/>
              <a:gd name="connsiteY6" fmla="*/ 1106361 h 1106361"/>
              <a:gd name="connsiteX7" fmla="*/ 13662 w 3616900"/>
              <a:gd name="connsiteY7" fmla="*/ 371446 h 1106361"/>
              <a:gd name="connsiteX8" fmla="*/ 9468 w 3616900"/>
              <a:gd name="connsiteY8" fmla="*/ 350673 h 1106361"/>
              <a:gd name="connsiteX9" fmla="*/ 9468 w 3616900"/>
              <a:gd name="connsiteY9" fmla="*/ 238189 h 1106361"/>
              <a:gd name="connsiteX10" fmla="*/ 247657 w 3616900"/>
              <a:gd name="connsiteY10" fmla="*/ 0 h 1106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16900" h="1106361">
                <a:moveTo>
                  <a:pt x="247657" y="0"/>
                </a:moveTo>
                <a:lnTo>
                  <a:pt x="3378711" y="0"/>
                </a:lnTo>
                <a:cubicBezTo>
                  <a:pt x="3510259" y="0"/>
                  <a:pt x="3616900" y="106641"/>
                  <a:pt x="3616900" y="238189"/>
                </a:cubicBezTo>
                <a:lnTo>
                  <a:pt x="3616900" y="350673"/>
                </a:lnTo>
                <a:lnTo>
                  <a:pt x="3604146" y="413847"/>
                </a:lnTo>
                <a:lnTo>
                  <a:pt x="3616900" y="1106361"/>
                </a:lnTo>
                <a:lnTo>
                  <a:pt x="0" y="1106361"/>
                </a:lnTo>
                <a:lnTo>
                  <a:pt x="13662" y="371446"/>
                </a:lnTo>
                <a:lnTo>
                  <a:pt x="9468" y="350673"/>
                </a:lnTo>
                <a:lnTo>
                  <a:pt x="9468" y="238189"/>
                </a:lnTo>
                <a:cubicBezTo>
                  <a:pt x="9468" y="106641"/>
                  <a:pt x="116109" y="0"/>
                  <a:pt x="247657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pic>
        <p:nvPicPr>
          <p:cNvPr id="77" name="図 76">
            <a:extLst>
              <a:ext uri="{FF2B5EF4-FFF2-40B4-BE49-F238E27FC236}">
                <a16:creationId xmlns:a16="http://schemas.microsoft.com/office/drawing/2014/main" id="{4E6157E8-9FD3-BDC6-76E2-1B7F8BE85E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6479" y="1127740"/>
            <a:ext cx="763366" cy="233028"/>
          </a:xfrm>
          <a:prstGeom prst="rect">
            <a:avLst/>
          </a:prstGeom>
        </p:spPr>
      </p:pic>
      <p:pic>
        <p:nvPicPr>
          <p:cNvPr id="78" name="図 77">
            <a:extLst>
              <a:ext uri="{FF2B5EF4-FFF2-40B4-BE49-F238E27FC236}">
                <a16:creationId xmlns:a16="http://schemas.microsoft.com/office/drawing/2014/main" id="{3FDA1CFE-7B73-45EA-5966-1ABCDDAC14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690" y="1121866"/>
            <a:ext cx="763366" cy="233028"/>
          </a:xfrm>
          <a:prstGeom prst="rect">
            <a:avLst/>
          </a:prstGeom>
        </p:spPr>
      </p:pic>
      <p:pic>
        <p:nvPicPr>
          <p:cNvPr id="79" name="図 78">
            <a:extLst>
              <a:ext uri="{FF2B5EF4-FFF2-40B4-BE49-F238E27FC236}">
                <a16:creationId xmlns:a16="http://schemas.microsoft.com/office/drawing/2014/main" id="{69BD1DB7-1B6E-A81A-D8E1-5FC43DE14E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8056" y="1124000"/>
            <a:ext cx="763366" cy="233028"/>
          </a:xfrm>
          <a:prstGeom prst="rect">
            <a:avLst/>
          </a:prstGeom>
        </p:spPr>
      </p:pic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BBC14460-DF86-550D-A8FE-EF77DFCFEBDD}"/>
              </a:ext>
            </a:extLst>
          </p:cNvPr>
          <p:cNvSpPr/>
          <p:nvPr/>
        </p:nvSpPr>
        <p:spPr>
          <a:xfrm>
            <a:off x="5711218" y="1153598"/>
            <a:ext cx="5570483" cy="304693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61B083-D188-B823-9ECB-E86D02CDFA96}"/>
              </a:ext>
            </a:extLst>
          </p:cNvPr>
          <p:cNvSpPr txBox="1"/>
          <p:nvPr/>
        </p:nvSpPr>
        <p:spPr>
          <a:xfrm>
            <a:off x="259871" y="1605323"/>
            <a:ext cx="39549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Classic </a:t>
            </a:r>
            <a:r>
              <a:rPr kumimoji="1"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とは</a:t>
            </a:r>
            <a:r>
              <a:rPr kumimoji="1" lang="en-US" altLang="ja-JP" sz="9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  Mac OS 9 </a:t>
            </a:r>
            <a:r>
              <a:rPr kumimoji="1"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アプリケーションを実行するための環境です。</a:t>
            </a:r>
          </a:p>
        </p:txBody>
      </p:sp>
    </p:spTree>
    <p:extLst>
      <p:ext uri="{BB962C8B-B14F-4D97-AF65-F5344CB8AC3E}">
        <p14:creationId xmlns:p14="http://schemas.microsoft.com/office/powerpoint/2010/main" val="1172386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07085B3-D919-C873-E228-4D4732C964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4333"/>
          <a:stretch>
            <a:fillRect/>
          </a:stretch>
        </p:blipFill>
        <p:spPr>
          <a:xfrm>
            <a:off x="0" y="15804"/>
            <a:ext cx="5854700" cy="26125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3DB3781-0A86-0872-19AB-203DB40BDD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277061"/>
            <a:ext cx="5854700" cy="26062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BB3F641-316E-C8E0-64B0-8BDCCAA73E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535240"/>
            <a:ext cx="5854700" cy="26062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CE05C03-06DD-DA1B-21AD-B29B37ADB1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791003"/>
            <a:ext cx="5854700" cy="26062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4474C93-5A39-33D9-F1FD-0A97F2D7FA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1049182"/>
            <a:ext cx="5854700" cy="26062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A17D9FE-DE89-67DF-39B2-06A7D2C163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1304945"/>
            <a:ext cx="5854700" cy="26062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68E4F88-5CFC-EF63-952B-66F2898615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1531892"/>
            <a:ext cx="5854700" cy="26062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40B0ACC-47CB-FA02-10F4-366341967B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1787655"/>
            <a:ext cx="5854700" cy="26062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6606C51-6E32-62FE-F834-81C01FF6A1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2014602"/>
            <a:ext cx="5854700" cy="26062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1E510C2-20B7-A8FC-B99E-619C0F3568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2270365"/>
            <a:ext cx="5854700" cy="26062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644940B1-1A4F-8BAB-3FDD-152A9CCEF2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2463621"/>
            <a:ext cx="5854700" cy="26062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5674AC2-D89E-6268-C01B-5569B292CA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2719384"/>
            <a:ext cx="5854700" cy="26062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CA46A2BF-A75C-1E70-0228-0E3400D522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2962738"/>
            <a:ext cx="5854700" cy="26062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C40268B7-EBBF-129B-681A-F09D2C0685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3218501"/>
            <a:ext cx="5854700" cy="26062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B348A002-6464-570B-5B29-CE1F4754A2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3441162"/>
            <a:ext cx="5854700" cy="26062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EF6436EB-A5AF-2173-512F-C9E88EC23F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0" y="3696925"/>
            <a:ext cx="5854700" cy="26062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63CE88CA-6A96-EADD-C38E-530F7E93C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884" y="677584"/>
            <a:ext cx="5486400" cy="2932483"/>
          </a:xfrm>
          <a:prstGeom prst="rect">
            <a:avLst/>
          </a:prstGeom>
          <a:effectLst>
            <a:outerShdw blurRad="159040" dist="38100" dir="2220000" algn="t" rotWithShape="0">
              <a:prstClr val="black">
                <a:alpha val="60760"/>
              </a:prstClr>
            </a:outerShdw>
          </a:effectLst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79EC9005-4380-238F-B007-4807554355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89" t="23836" r="63956" b="74742"/>
          <a:stretch>
            <a:fillRect/>
          </a:stretch>
        </p:blipFill>
        <p:spPr>
          <a:xfrm>
            <a:off x="188884" y="571627"/>
            <a:ext cx="5476932" cy="125715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29614B-D198-A89F-3560-7984462B4486}"/>
              </a:ext>
            </a:extLst>
          </p:cNvPr>
          <p:cNvSpPr txBox="1"/>
          <p:nvPr/>
        </p:nvSpPr>
        <p:spPr>
          <a:xfrm>
            <a:off x="2322056" y="0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>
                <a:latin typeface="Akua Kana" panose="020B0300000000000000" pitchFamily="34" charset="-128"/>
                <a:ea typeface="Akua Kana" panose="020B0300000000000000" pitchFamily="34" charset="-128"/>
              </a:rPr>
              <a:t>システム環境設定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1D37D7B8-A211-99E6-F79A-69C0EB0E6C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842" t="778" r="5668" b="95926"/>
          <a:stretch>
            <a:fillRect/>
          </a:stretch>
        </p:blipFill>
        <p:spPr>
          <a:xfrm>
            <a:off x="5522731" y="54971"/>
            <a:ext cx="262881" cy="151927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31CE2DFC-E479-843F-2189-616CF75795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305" y="373900"/>
            <a:ext cx="763367" cy="233944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219768D6-BED2-2152-6B0B-37B89AE4A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5996" y="372783"/>
            <a:ext cx="763366" cy="233028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FE6BFF00-6435-8C38-9536-0DBF96B6E3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207" y="366909"/>
            <a:ext cx="763366" cy="233028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4EC56AFF-366B-BE87-BDB6-DF4AB9CB4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7573" y="369043"/>
            <a:ext cx="763366" cy="233028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FEFC875E-E845-DE31-E79E-8457B2CBC5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4333"/>
          <a:stretch>
            <a:fillRect/>
          </a:stretch>
        </p:blipFill>
        <p:spPr>
          <a:xfrm>
            <a:off x="6096000" y="-15036"/>
            <a:ext cx="5854700" cy="261257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76C6FB08-C98E-5C06-A2C9-CB7D6BA04C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246221"/>
            <a:ext cx="5854700" cy="260620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46809BA8-9C2C-1510-C528-128DCB1371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504400"/>
            <a:ext cx="5854700" cy="260620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C3F45DB8-81EB-728A-AD10-70167CDC7E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760163"/>
            <a:ext cx="5854700" cy="260620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77F67DB5-CC9B-8167-ED63-53B483F4CB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1018342"/>
            <a:ext cx="5854700" cy="260620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C74E95D0-0FF2-CD8E-321C-375004860A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1274105"/>
            <a:ext cx="5854700" cy="260620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F6417D63-E1ED-BBCE-B554-B96EA3BB70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1501052"/>
            <a:ext cx="5854700" cy="260620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0AD1D457-642E-975A-11B7-25F1E0D5FC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1756815"/>
            <a:ext cx="5854700" cy="260620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26AA5C98-3B66-D6AF-B1A7-1F62064FC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1983762"/>
            <a:ext cx="5854700" cy="260620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FA099B4A-DE46-5202-3A78-8D61A8AC58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2239525"/>
            <a:ext cx="5854700" cy="260620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72F6F179-D71B-4142-AE81-817C4AE59E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2432781"/>
            <a:ext cx="5854700" cy="260620"/>
          </a:xfrm>
          <a:prstGeom prst="rect">
            <a:avLst/>
          </a:prstGeom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601BAF09-86AE-E743-F0AF-1EC8992311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2688544"/>
            <a:ext cx="5854700" cy="260620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B8901F7D-6B17-AD04-E28F-7CBCB41ADE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2931898"/>
            <a:ext cx="5854700" cy="260620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0F4FA5F7-7888-3557-95E8-837B8936E4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3187661"/>
            <a:ext cx="5854700" cy="260620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7E99E304-88C0-0EC3-CD70-CDC2282042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3410322"/>
            <a:ext cx="5854700" cy="260620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EAFFA49F-CFA5-78F5-A566-D8028D678D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26" t="17252" r="2736" b="77699"/>
          <a:stretch>
            <a:fillRect/>
          </a:stretch>
        </p:blipFill>
        <p:spPr>
          <a:xfrm>
            <a:off x="6096000" y="3666085"/>
            <a:ext cx="5854700" cy="260620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647F34CD-E02B-D90B-0F54-B1C159A3D41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-41000" contrast="-53000"/>
          </a:blip>
          <a:stretch>
            <a:fillRect/>
          </a:stretch>
        </p:blipFill>
        <p:spPr>
          <a:xfrm>
            <a:off x="6284884" y="646744"/>
            <a:ext cx="5486400" cy="2932483"/>
          </a:xfrm>
          <a:prstGeom prst="rect">
            <a:avLst/>
          </a:prstGeom>
          <a:effectLst>
            <a:outerShdw blurRad="159040" dist="38100" dir="2220000" algn="t" rotWithShape="0">
              <a:prstClr val="black">
                <a:alpha val="60760"/>
              </a:prstClr>
            </a:outerShdw>
          </a:effectLst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1A4C42D7-596A-144B-C3D9-AC0635B889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89" t="23836" r="63956" b="74742"/>
          <a:stretch>
            <a:fillRect/>
          </a:stretch>
        </p:blipFill>
        <p:spPr>
          <a:xfrm>
            <a:off x="6284884" y="540787"/>
            <a:ext cx="5476932" cy="125715"/>
          </a:xfrm>
          <a:prstGeom prst="rect">
            <a:avLst/>
          </a:prstGeom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E0F0EFDF-4DC9-5241-1E45-73D67E67DC32}"/>
              </a:ext>
            </a:extLst>
          </p:cNvPr>
          <p:cNvSpPr txBox="1"/>
          <p:nvPr/>
        </p:nvSpPr>
        <p:spPr>
          <a:xfrm>
            <a:off x="8418056" y="-30840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>
                <a:effectLst>
                  <a:outerShdw blurRad="38100" dist="12700" dir="2700000" algn="tl" rotWithShape="0">
                    <a:prstClr val="black">
                      <a:alpha val="26000"/>
                    </a:prstClr>
                  </a:outerShdw>
                </a:effectLst>
                <a:latin typeface="Akua Kana" panose="020B0300000000000000" pitchFamily="34" charset="-128"/>
                <a:ea typeface="Akua Kana" panose="020B0300000000000000" pitchFamily="34" charset="-128"/>
              </a:rPr>
              <a:t>システム環境設定</a:t>
            </a:r>
          </a:p>
        </p:txBody>
      </p:sp>
      <p:pic>
        <p:nvPicPr>
          <p:cNvPr id="47" name="図 46">
            <a:extLst>
              <a:ext uri="{FF2B5EF4-FFF2-40B4-BE49-F238E27FC236}">
                <a16:creationId xmlns:a16="http://schemas.microsoft.com/office/drawing/2014/main" id="{9246F15D-28EE-9697-4C3A-797EA1FDA2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842" t="778" r="5668" b="95926"/>
          <a:stretch>
            <a:fillRect/>
          </a:stretch>
        </p:blipFill>
        <p:spPr>
          <a:xfrm>
            <a:off x="11618731" y="24131"/>
            <a:ext cx="262881" cy="151927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2E7E8262-D2F3-7502-62A6-5A97CE165A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305" y="343060"/>
            <a:ext cx="763367" cy="233944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7780B2FD-3AE9-7A97-4FCF-74BC25ACA7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996" y="341943"/>
            <a:ext cx="763366" cy="233028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F6901921-1649-A693-B8DF-5DCD52BA43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0207" y="336069"/>
            <a:ext cx="763366" cy="233028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D38420FA-E89B-0D6E-9F2A-0A970E8D2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3573" y="338203"/>
            <a:ext cx="763366" cy="233028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1A52E9F6-6C61-E6E0-3177-45441B19EDA3}"/>
              </a:ext>
            </a:extLst>
          </p:cNvPr>
          <p:cNvSpPr/>
          <p:nvPr/>
        </p:nvSpPr>
        <p:spPr>
          <a:xfrm>
            <a:off x="6238108" y="402337"/>
            <a:ext cx="5570483" cy="304693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3" name="図 52">
            <a:extLst>
              <a:ext uri="{FF2B5EF4-FFF2-40B4-BE49-F238E27FC236}">
                <a16:creationId xmlns:a16="http://schemas.microsoft.com/office/drawing/2014/main" id="{4EFDAF59-DCCF-CA8F-1E1A-D9D19918B0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884" y="3664415"/>
            <a:ext cx="2228236" cy="681580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A439C7BD-5C2A-532B-4EAB-58F26F4730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2935" y="1104783"/>
            <a:ext cx="2226946" cy="682872"/>
          </a:xfrm>
          <a:prstGeom prst="rect">
            <a:avLst/>
          </a:prstGeom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58E0CDD1-3BFE-417F-5C57-A21B54E531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392" t="19269" r="48999" b="75848"/>
          <a:stretch>
            <a:fillRect/>
          </a:stretch>
        </p:blipFill>
        <p:spPr>
          <a:xfrm>
            <a:off x="315632" y="1634448"/>
            <a:ext cx="3617678" cy="1131875"/>
          </a:xfrm>
          <a:custGeom>
            <a:avLst/>
            <a:gdLst>
              <a:gd name="connsiteX0" fmla="*/ 281942 w 3855720"/>
              <a:gd name="connsiteY0" fmla="*/ 0 h 1057182"/>
              <a:gd name="connsiteX1" fmla="*/ 3541918 w 3855720"/>
              <a:gd name="connsiteY1" fmla="*/ 0 h 1057182"/>
              <a:gd name="connsiteX2" fmla="*/ 3788030 w 3855720"/>
              <a:gd name="connsiteY2" fmla="*/ 163134 h 1057182"/>
              <a:gd name="connsiteX3" fmla="*/ 3792785 w 3855720"/>
              <a:gd name="connsiteY3" fmla="*/ 186685 h 1057182"/>
              <a:gd name="connsiteX4" fmla="*/ 3817620 w 3855720"/>
              <a:gd name="connsiteY4" fmla="*/ 186585 h 1057182"/>
              <a:gd name="connsiteX5" fmla="*/ 3855720 w 3855720"/>
              <a:gd name="connsiteY5" fmla="*/ 1057182 h 1057182"/>
              <a:gd name="connsiteX6" fmla="*/ 0 w 3855720"/>
              <a:gd name="connsiteY6" fmla="*/ 1057182 h 1057182"/>
              <a:gd name="connsiteX7" fmla="*/ 15240 w 3855720"/>
              <a:gd name="connsiteY7" fmla="*/ 201825 h 1057182"/>
              <a:gd name="connsiteX8" fmla="*/ 28029 w 3855720"/>
              <a:gd name="connsiteY8" fmla="*/ 201774 h 1057182"/>
              <a:gd name="connsiteX9" fmla="*/ 35830 w 3855720"/>
              <a:gd name="connsiteY9" fmla="*/ 163134 h 1057182"/>
              <a:gd name="connsiteX10" fmla="*/ 281942 w 3855720"/>
              <a:gd name="connsiteY10" fmla="*/ 0 h 1057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55720" h="1057182">
                <a:moveTo>
                  <a:pt x="281942" y="0"/>
                </a:moveTo>
                <a:lnTo>
                  <a:pt x="3541918" y="0"/>
                </a:lnTo>
                <a:cubicBezTo>
                  <a:pt x="3652555" y="0"/>
                  <a:pt x="3747482" y="67267"/>
                  <a:pt x="3788030" y="163134"/>
                </a:cubicBezTo>
                <a:lnTo>
                  <a:pt x="3792785" y="186685"/>
                </a:lnTo>
                <a:lnTo>
                  <a:pt x="3817620" y="186585"/>
                </a:lnTo>
                <a:lnTo>
                  <a:pt x="3855720" y="1057182"/>
                </a:lnTo>
                <a:lnTo>
                  <a:pt x="0" y="1057182"/>
                </a:lnTo>
                <a:lnTo>
                  <a:pt x="15240" y="201825"/>
                </a:lnTo>
                <a:lnTo>
                  <a:pt x="28029" y="201774"/>
                </a:lnTo>
                <a:lnTo>
                  <a:pt x="35830" y="163134"/>
                </a:lnTo>
                <a:cubicBezTo>
                  <a:pt x="76379" y="67267"/>
                  <a:pt x="171305" y="0"/>
                  <a:pt x="281942" y="0"/>
                </a:cubicBezTo>
                <a:close/>
              </a:path>
            </a:pathLst>
          </a:custGeom>
        </p:spPr>
      </p:pic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3BBF79C-2FB5-23DD-3906-7C67B15CC077}"/>
              </a:ext>
            </a:extLst>
          </p:cNvPr>
          <p:cNvSpPr txBox="1"/>
          <p:nvPr/>
        </p:nvSpPr>
        <p:spPr>
          <a:xfrm>
            <a:off x="537924" y="3766678"/>
            <a:ext cx="15301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5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はじめに</a:t>
            </a:r>
          </a:p>
        </p:txBody>
      </p:sp>
      <p:pic>
        <p:nvPicPr>
          <p:cNvPr id="58" name="図 57">
            <a:extLst>
              <a:ext uri="{FF2B5EF4-FFF2-40B4-BE49-F238E27FC236}">
                <a16:creationId xmlns:a16="http://schemas.microsoft.com/office/drawing/2014/main" id="{2BDD71E1-8F95-DC29-968C-96D2A1F3F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731" y="4044403"/>
            <a:ext cx="5486400" cy="2932483"/>
          </a:xfrm>
          <a:prstGeom prst="rect">
            <a:avLst/>
          </a:prstGeom>
          <a:effectLst/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E0C1A521-CA5E-E207-1D83-61E33595A2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884" y="4382666"/>
            <a:ext cx="2228236" cy="68158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973922-9B04-B8C4-20C7-C915198BD9E7}"/>
              </a:ext>
            </a:extLst>
          </p:cNvPr>
          <p:cNvSpPr txBox="1"/>
          <p:nvPr/>
        </p:nvSpPr>
        <p:spPr>
          <a:xfrm>
            <a:off x="506025" y="4509449"/>
            <a:ext cx="1640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5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各種設定</a:t>
            </a:r>
            <a:endParaRPr kumimoji="1" lang="ja-JP" altLang="en-US" sz="2500">
              <a:solidFill>
                <a:srgbClr val="1B2026"/>
              </a:solidFill>
              <a:latin typeface="Osaka" panose="020B0600000000000000" pitchFamily="34" charset="-128"/>
              <a:ea typeface="Osaka" panose="020B0600000000000000" pitchFamily="34" charset="-128"/>
              <a:cs typeface="Lucida Grande" panose="020B0600040502020204" pitchFamily="34" charset="0"/>
            </a:endParaRP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7FDFC9EB-5D53-D572-0522-95DDEC8CBF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575" y="5127238"/>
            <a:ext cx="2228236" cy="681580"/>
          </a:xfrm>
          <a:prstGeom prst="rect">
            <a:avLst/>
          </a:prstGeom>
        </p:spPr>
      </p:pic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5A16779B-21C0-733F-D633-FF30C3139014}"/>
              </a:ext>
            </a:extLst>
          </p:cNvPr>
          <p:cNvSpPr txBox="1"/>
          <p:nvPr/>
        </p:nvSpPr>
        <p:spPr>
          <a:xfrm>
            <a:off x="261400" y="5267973"/>
            <a:ext cx="2077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ギミックウインドウ</a:t>
            </a:r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CC4276C1-BFBE-B280-397E-0FB89DCF51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721" y="5868629"/>
            <a:ext cx="2228236" cy="681580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F491CC7A-D865-0810-4887-2A649126C6F1}"/>
              </a:ext>
            </a:extLst>
          </p:cNvPr>
          <p:cNvSpPr txBox="1"/>
          <p:nvPr/>
        </p:nvSpPr>
        <p:spPr>
          <a:xfrm>
            <a:off x="479862" y="5995412"/>
            <a:ext cx="1640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5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各種情報</a:t>
            </a:r>
            <a:endParaRPr kumimoji="1" lang="ja-JP" altLang="en-US" sz="2500">
              <a:solidFill>
                <a:srgbClr val="1B2026"/>
              </a:solidFill>
              <a:latin typeface="Osaka" panose="020B0600000000000000" pitchFamily="34" charset="-128"/>
              <a:ea typeface="Osaka" panose="020B0600000000000000" pitchFamily="34" charset="-128"/>
              <a:cs typeface="Lucida Grande" panose="020B0600040502020204" pitchFamily="34" charset="0"/>
            </a:endParaRPr>
          </a:p>
        </p:txBody>
      </p:sp>
      <p:pic>
        <p:nvPicPr>
          <p:cNvPr id="64" name="図 63">
            <a:extLst>
              <a:ext uri="{FF2B5EF4-FFF2-40B4-BE49-F238E27FC236}">
                <a16:creationId xmlns:a16="http://schemas.microsoft.com/office/drawing/2014/main" id="{0D98498E-DC74-7A56-895D-48C2AD13DD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5063" y="3670942"/>
            <a:ext cx="2221445" cy="681580"/>
          </a:xfrm>
          <a:prstGeom prst="rect">
            <a:avLst/>
          </a:prstGeom>
        </p:spPr>
      </p:pic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0A89D4A0-8860-91A8-75D1-6E2A5C966912}"/>
              </a:ext>
            </a:extLst>
          </p:cNvPr>
          <p:cNvSpPr txBox="1"/>
          <p:nvPr/>
        </p:nvSpPr>
        <p:spPr>
          <a:xfrm>
            <a:off x="2950708" y="3773205"/>
            <a:ext cx="15301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5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はじめに</a:t>
            </a:r>
          </a:p>
        </p:txBody>
      </p:sp>
      <p:pic>
        <p:nvPicPr>
          <p:cNvPr id="66" name="図 65">
            <a:extLst>
              <a:ext uri="{FF2B5EF4-FFF2-40B4-BE49-F238E27FC236}">
                <a16:creationId xmlns:a16="http://schemas.microsoft.com/office/drawing/2014/main" id="{2F6DDFCC-9748-E0BE-30FA-6936951221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5063" y="4389193"/>
            <a:ext cx="2221445" cy="681580"/>
          </a:xfrm>
          <a:prstGeom prst="rect">
            <a:avLst/>
          </a:prstGeom>
        </p:spPr>
      </p:pic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C6842945-2DD4-DA27-51D6-80EFBED8D8A2}"/>
              </a:ext>
            </a:extLst>
          </p:cNvPr>
          <p:cNvSpPr txBox="1"/>
          <p:nvPr/>
        </p:nvSpPr>
        <p:spPr>
          <a:xfrm>
            <a:off x="2918809" y="4515976"/>
            <a:ext cx="1640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5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各種設定</a:t>
            </a:r>
            <a:endParaRPr kumimoji="1" lang="ja-JP" altLang="en-US" sz="2500">
              <a:solidFill>
                <a:srgbClr val="1B2026"/>
              </a:solidFill>
              <a:latin typeface="Osaka" panose="020B0600000000000000" pitchFamily="34" charset="-128"/>
              <a:ea typeface="Osaka" panose="020B0600000000000000" pitchFamily="34" charset="-128"/>
              <a:cs typeface="Lucida Grande" panose="020B0600040502020204" pitchFamily="34" charset="0"/>
            </a:endParaRPr>
          </a:p>
        </p:txBody>
      </p:sp>
      <p:pic>
        <p:nvPicPr>
          <p:cNvPr id="68" name="図 67">
            <a:extLst>
              <a:ext uri="{FF2B5EF4-FFF2-40B4-BE49-F238E27FC236}">
                <a16:creationId xmlns:a16="http://schemas.microsoft.com/office/drawing/2014/main" id="{2F08A07D-A3CB-712A-A15E-55D5906755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4754" y="5133765"/>
            <a:ext cx="2221445" cy="681580"/>
          </a:xfrm>
          <a:prstGeom prst="rect">
            <a:avLst/>
          </a:prstGeom>
        </p:spPr>
      </p:pic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15B65513-1107-5893-9EAC-55FF73DCDFC9}"/>
              </a:ext>
            </a:extLst>
          </p:cNvPr>
          <p:cNvSpPr txBox="1"/>
          <p:nvPr/>
        </p:nvSpPr>
        <p:spPr>
          <a:xfrm>
            <a:off x="2674184" y="5274500"/>
            <a:ext cx="2077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ギミックウインドウ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E754CA12-73E2-CC2A-313E-7F9927D428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900" y="5875156"/>
            <a:ext cx="2221445" cy="681580"/>
          </a:xfrm>
          <a:prstGeom prst="rect">
            <a:avLst/>
          </a:prstGeom>
        </p:spPr>
      </p:pic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82124D9-CACC-7BDD-C7CC-0BD3189562E6}"/>
              </a:ext>
            </a:extLst>
          </p:cNvPr>
          <p:cNvSpPr txBox="1"/>
          <p:nvPr/>
        </p:nvSpPr>
        <p:spPr>
          <a:xfrm>
            <a:off x="2892646" y="6001939"/>
            <a:ext cx="1640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5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各種情報</a:t>
            </a:r>
            <a:endParaRPr kumimoji="1" lang="ja-JP" altLang="en-US" sz="2500">
              <a:solidFill>
                <a:srgbClr val="1B2026"/>
              </a:solidFill>
              <a:latin typeface="Osaka" panose="020B0600000000000000" pitchFamily="34" charset="-128"/>
              <a:ea typeface="Osaka" panose="020B0600000000000000" pitchFamily="34" charset="-128"/>
              <a:cs typeface="Lucida Grande" panose="020B0600040502020204" pitchFamily="34" charset="0"/>
            </a:endParaRPr>
          </a:p>
        </p:txBody>
      </p:sp>
      <p:pic>
        <p:nvPicPr>
          <p:cNvPr id="60" name="図 59">
            <a:extLst>
              <a:ext uri="{FF2B5EF4-FFF2-40B4-BE49-F238E27FC236}">
                <a16:creationId xmlns:a16="http://schemas.microsoft.com/office/drawing/2014/main" id="{C0D1DA07-CBD3-4382-BA3A-98BD9C6B6D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89" t="23836" r="63956" b="74742"/>
          <a:stretch>
            <a:fillRect/>
          </a:stretch>
        </p:blipFill>
        <p:spPr>
          <a:xfrm>
            <a:off x="319002" y="868955"/>
            <a:ext cx="5476932" cy="125715"/>
          </a:xfrm>
          <a:prstGeom prst="rect">
            <a:avLst/>
          </a:prstGeom>
        </p:spPr>
      </p:pic>
      <p:pic>
        <p:nvPicPr>
          <p:cNvPr id="72" name="図 71">
            <a:extLst>
              <a:ext uri="{FF2B5EF4-FFF2-40B4-BE49-F238E27FC236}">
                <a16:creationId xmlns:a16="http://schemas.microsoft.com/office/drawing/2014/main" id="{BD1A543F-65BA-8D4E-3D40-846BB1CEFD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5000" contrast="-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3176" y="3623443"/>
            <a:ext cx="2221445" cy="681580"/>
          </a:xfrm>
          <a:prstGeom prst="rect">
            <a:avLst/>
          </a:prstGeom>
        </p:spPr>
      </p:pic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1BD339A3-4A38-6AA4-BA58-DE8E1453E2BA}"/>
              </a:ext>
            </a:extLst>
          </p:cNvPr>
          <p:cNvSpPr txBox="1"/>
          <p:nvPr/>
        </p:nvSpPr>
        <p:spPr>
          <a:xfrm>
            <a:off x="5368821" y="3725706"/>
            <a:ext cx="153015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5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はじめに</a:t>
            </a:r>
          </a:p>
        </p:txBody>
      </p:sp>
      <p:pic>
        <p:nvPicPr>
          <p:cNvPr id="74" name="図 73">
            <a:extLst>
              <a:ext uri="{FF2B5EF4-FFF2-40B4-BE49-F238E27FC236}">
                <a16:creationId xmlns:a16="http://schemas.microsoft.com/office/drawing/2014/main" id="{C3991E3C-3552-F0B5-FEE8-F8738122AF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3176" y="4341694"/>
            <a:ext cx="2221445" cy="681579"/>
          </a:xfrm>
          <a:prstGeom prst="rect">
            <a:avLst/>
          </a:prstGeom>
        </p:spPr>
      </p:pic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CB57DBD3-1786-D2B7-1279-0D6096438A48}"/>
              </a:ext>
            </a:extLst>
          </p:cNvPr>
          <p:cNvSpPr txBox="1"/>
          <p:nvPr/>
        </p:nvSpPr>
        <p:spPr>
          <a:xfrm>
            <a:off x="5336922" y="4468477"/>
            <a:ext cx="1640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5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各種設定</a:t>
            </a:r>
            <a:endParaRPr kumimoji="1" lang="ja-JP" altLang="en-US" sz="2500">
              <a:solidFill>
                <a:srgbClr val="1B2026"/>
              </a:solidFill>
              <a:latin typeface="Osaka" panose="020B0600000000000000" pitchFamily="34" charset="-128"/>
              <a:ea typeface="Osaka" panose="020B0600000000000000" pitchFamily="34" charset="-128"/>
              <a:cs typeface="Lucida Grande" panose="020B0600040502020204" pitchFamily="34" charset="0"/>
            </a:endParaRPr>
          </a:p>
        </p:txBody>
      </p:sp>
      <p:pic>
        <p:nvPicPr>
          <p:cNvPr id="76" name="図 75">
            <a:extLst>
              <a:ext uri="{FF2B5EF4-FFF2-40B4-BE49-F238E27FC236}">
                <a16:creationId xmlns:a16="http://schemas.microsoft.com/office/drawing/2014/main" id="{80DAA4E8-6238-5533-0474-70082CE16E2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2867" y="5086266"/>
            <a:ext cx="2221445" cy="681579"/>
          </a:xfrm>
          <a:prstGeom prst="rect">
            <a:avLst/>
          </a:prstGeom>
        </p:spPr>
      </p:pic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E61F33DE-A031-A0F6-3E6B-1B566DD352F6}"/>
              </a:ext>
            </a:extLst>
          </p:cNvPr>
          <p:cNvSpPr txBox="1"/>
          <p:nvPr/>
        </p:nvSpPr>
        <p:spPr>
          <a:xfrm>
            <a:off x="5092297" y="5227001"/>
            <a:ext cx="20778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ギミックウインドウ</a:t>
            </a:r>
          </a:p>
        </p:txBody>
      </p:sp>
      <p:pic>
        <p:nvPicPr>
          <p:cNvPr id="78" name="図 77">
            <a:extLst>
              <a:ext uri="{FF2B5EF4-FFF2-40B4-BE49-F238E27FC236}">
                <a16:creationId xmlns:a16="http://schemas.microsoft.com/office/drawing/2014/main" id="{5506D816-35E1-3633-E04C-5C6F750A967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7013" y="5827657"/>
            <a:ext cx="2221445" cy="681579"/>
          </a:xfrm>
          <a:prstGeom prst="rect">
            <a:avLst/>
          </a:prstGeom>
        </p:spPr>
      </p:pic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D46F6477-0CFB-2851-A4BF-BA78D93AE9C8}"/>
              </a:ext>
            </a:extLst>
          </p:cNvPr>
          <p:cNvSpPr txBox="1"/>
          <p:nvPr/>
        </p:nvSpPr>
        <p:spPr>
          <a:xfrm>
            <a:off x="5310759" y="5954440"/>
            <a:ext cx="1640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500">
                <a:solidFill>
                  <a:srgbClr val="1B2026"/>
                </a:solidFill>
                <a:latin typeface="Osaka" panose="020B0600000000000000" pitchFamily="34" charset="-128"/>
                <a:ea typeface="Osaka" panose="020B0600000000000000" pitchFamily="34" charset="-128"/>
                <a:cs typeface="Lucida Grande" panose="020B0600040502020204" pitchFamily="34" charset="0"/>
              </a:rPr>
              <a:t>各種情報</a:t>
            </a:r>
            <a:endParaRPr kumimoji="1" lang="ja-JP" altLang="en-US" sz="2500">
              <a:solidFill>
                <a:srgbClr val="1B2026"/>
              </a:solidFill>
              <a:latin typeface="Osaka" panose="020B0600000000000000" pitchFamily="34" charset="-128"/>
              <a:ea typeface="Osaka" panose="020B0600000000000000" pitchFamily="34" charset="-128"/>
              <a:cs typeface="Lucida Grande" panose="020B0600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025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図 35">
            <a:extLst>
              <a:ext uri="{FF2B5EF4-FFF2-40B4-BE49-F238E27FC236}">
                <a16:creationId xmlns:a16="http://schemas.microsoft.com/office/drawing/2014/main" id="{BF021DF9-3329-3769-6EC8-EE2BB830A2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0" t="21193" r="1086" b="16657"/>
          <a:stretch>
            <a:fillRect/>
          </a:stretch>
        </p:blipFill>
        <p:spPr>
          <a:xfrm>
            <a:off x="0" y="2958582"/>
            <a:ext cx="5854700" cy="214288"/>
          </a:xfrm>
          <a:custGeom>
            <a:avLst/>
            <a:gdLst>
              <a:gd name="connsiteX0" fmla="*/ 78924 w 7547859"/>
              <a:gd name="connsiteY0" fmla="*/ 0 h 276259"/>
              <a:gd name="connsiteX1" fmla="*/ 7468936 w 7547859"/>
              <a:gd name="connsiteY1" fmla="*/ 0 h 276259"/>
              <a:gd name="connsiteX2" fmla="*/ 7541657 w 7547859"/>
              <a:gd name="connsiteY2" fmla="*/ 48303 h 276259"/>
              <a:gd name="connsiteX3" fmla="*/ 7546366 w 7547859"/>
              <a:gd name="connsiteY3" fmla="*/ 71679 h 276259"/>
              <a:gd name="connsiteX4" fmla="*/ 7547859 w 7547859"/>
              <a:gd name="connsiteY4" fmla="*/ 71679 h 276259"/>
              <a:gd name="connsiteX5" fmla="*/ 7547859 w 7547859"/>
              <a:gd name="connsiteY5" fmla="*/ 79088 h 276259"/>
              <a:gd name="connsiteX6" fmla="*/ 7547859 w 7547859"/>
              <a:gd name="connsiteY6" fmla="*/ 276259 h 276259"/>
              <a:gd name="connsiteX7" fmla="*/ 0 w 7547859"/>
              <a:gd name="connsiteY7" fmla="*/ 276259 h 276259"/>
              <a:gd name="connsiteX8" fmla="*/ 0 w 7547859"/>
              <a:gd name="connsiteY8" fmla="*/ 79088 h 276259"/>
              <a:gd name="connsiteX9" fmla="*/ 0 w 7547859"/>
              <a:gd name="connsiteY9" fmla="*/ 71679 h 276259"/>
              <a:gd name="connsiteX10" fmla="*/ 1493 w 7547859"/>
              <a:gd name="connsiteY10" fmla="*/ 71679 h 276259"/>
              <a:gd name="connsiteX11" fmla="*/ 6202 w 7547859"/>
              <a:gd name="connsiteY11" fmla="*/ 48303 h 276259"/>
              <a:gd name="connsiteX12" fmla="*/ 78924 w 7547859"/>
              <a:gd name="connsiteY12" fmla="*/ 0 h 276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7859" h="276259">
                <a:moveTo>
                  <a:pt x="78924" y="0"/>
                </a:moveTo>
                <a:lnTo>
                  <a:pt x="7468936" y="0"/>
                </a:lnTo>
                <a:cubicBezTo>
                  <a:pt x="7501627" y="0"/>
                  <a:pt x="7529676" y="19918"/>
                  <a:pt x="7541657" y="48303"/>
                </a:cubicBezTo>
                <a:lnTo>
                  <a:pt x="7546366" y="71679"/>
                </a:lnTo>
                <a:lnTo>
                  <a:pt x="7547859" y="71679"/>
                </a:lnTo>
                <a:lnTo>
                  <a:pt x="7547859" y="79088"/>
                </a:lnTo>
                <a:lnTo>
                  <a:pt x="7547859" y="276259"/>
                </a:lnTo>
                <a:lnTo>
                  <a:pt x="0" y="276259"/>
                </a:lnTo>
                <a:lnTo>
                  <a:pt x="0" y="79088"/>
                </a:lnTo>
                <a:lnTo>
                  <a:pt x="0" y="71679"/>
                </a:lnTo>
                <a:lnTo>
                  <a:pt x="1493" y="71679"/>
                </a:lnTo>
                <a:lnTo>
                  <a:pt x="6202" y="48303"/>
                </a:lnTo>
                <a:cubicBezTo>
                  <a:pt x="18184" y="19918"/>
                  <a:pt x="46233" y="0"/>
                  <a:pt x="78924" y="0"/>
                </a:cubicBezTo>
                <a:close/>
              </a:path>
            </a:pathLst>
          </a:cu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8D2167F-6419-56E6-B181-F222D5586B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3177516"/>
            <a:ext cx="5854700" cy="26062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A8E446C-FFD9-0D50-7B56-A060BC48CE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3435695"/>
            <a:ext cx="5854700" cy="26062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3D64535-68F1-306E-C7F6-BCF9782AB4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3691458"/>
            <a:ext cx="5854700" cy="26062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6B3867D-43B6-EDF8-5471-85A6DCD86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3949637"/>
            <a:ext cx="5854700" cy="26062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0A93AC22-1E1F-EE77-1E9F-A0C68BF3B0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4205400"/>
            <a:ext cx="5854700" cy="26062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B18FC89-D260-A7BA-F627-DC03C2336E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4432347"/>
            <a:ext cx="5854700" cy="26062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ACF73A9-7000-F417-33F2-631B1E37D2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4688110"/>
            <a:ext cx="5854700" cy="26062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6F86B93-B68E-3A17-3F2B-2D22925360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4915057"/>
            <a:ext cx="5854700" cy="26062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FF5B178-5AA3-7FEB-B15F-A267C876EC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5170820"/>
            <a:ext cx="5854700" cy="26062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A4A9199-D935-00F6-F74E-E3DD6D5EBC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5364076"/>
            <a:ext cx="5854700" cy="26062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D904BB24-14B4-54DC-28FF-EBB6777EE6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5619839"/>
            <a:ext cx="5854700" cy="26062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8D08FFC8-EC31-02D5-A4C5-7806B693BA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5863193"/>
            <a:ext cx="5854700" cy="26062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CC37624-78CE-3899-14A7-91E4500B28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6118956"/>
            <a:ext cx="5854700" cy="26062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5B8CAF9C-E0BD-83A4-B6BA-1A4E0DC2B3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6341617"/>
            <a:ext cx="5854700" cy="26062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D40A0BC6-881A-F203-E7DB-1A729DDAE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-1" y="6597380"/>
            <a:ext cx="5854700" cy="26062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1C3B8A05-E074-8077-87BB-3E8E88EDAA1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41000" contrast="-53000"/>
          </a:blip>
          <a:stretch>
            <a:fillRect/>
          </a:stretch>
        </p:blipFill>
        <p:spPr>
          <a:xfrm>
            <a:off x="188883" y="3578039"/>
            <a:ext cx="5486400" cy="2932483"/>
          </a:xfrm>
          <a:prstGeom prst="rect">
            <a:avLst/>
          </a:prstGeom>
          <a:effectLst>
            <a:outerShdw blurRad="159040" dist="38100" dir="2220000" algn="t" rotWithShape="0">
              <a:prstClr val="black">
                <a:alpha val="65000"/>
              </a:prstClr>
            </a:outerShdw>
          </a:effectLst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01DC890-ACD4-21F0-21B5-CE5CE05AB3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9" t="23836" r="63956" b="74742"/>
          <a:stretch>
            <a:fillRect/>
          </a:stretch>
        </p:blipFill>
        <p:spPr>
          <a:xfrm>
            <a:off x="188883" y="3472082"/>
            <a:ext cx="5476932" cy="12571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B76EDA89-3D56-9882-9538-D1C8F70FC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304" y="3274355"/>
            <a:ext cx="763367" cy="233944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C05435C1-ACCB-8B8D-7BEE-87E20F01A9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5995" y="3273238"/>
            <a:ext cx="763366" cy="233028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E2E2B416-C965-7FC5-8D69-9494284D78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206" y="3267364"/>
            <a:ext cx="763366" cy="233028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0A5D14CC-EF45-B958-FF0A-BD2AC7FCC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7572" y="3269498"/>
            <a:ext cx="763366" cy="233028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1C827C0-3A64-E4DB-0208-FFC5DE96F81C}"/>
              </a:ext>
            </a:extLst>
          </p:cNvPr>
          <p:cNvSpPr/>
          <p:nvPr/>
        </p:nvSpPr>
        <p:spPr>
          <a:xfrm>
            <a:off x="142107" y="3333632"/>
            <a:ext cx="5570483" cy="304693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81168BB4-D5B5-8FFF-256B-7057E12EB09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0000"/>
          </a:blip>
          <a:srcRect l="732" t="19073" r="1033" b="18777"/>
          <a:stretch>
            <a:fillRect/>
          </a:stretch>
        </p:blipFill>
        <p:spPr>
          <a:xfrm>
            <a:off x="5901474" y="2956802"/>
            <a:ext cx="5854700" cy="214288"/>
          </a:xfrm>
          <a:custGeom>
            <a:avLst/>
            <a:gdLst>
              <a:gd name="connsiteX0" fmla="*/ 78924 w 7547859"/>
              <a:gd name="connsiteY0" fmla="*/ 0 h 276259"/>
              <a:gd name="connsiteX1" fmla="*/ 7468936 w 7547859"/>
              <a:gd name="connsiteY1" fmla="*/ 0 h 276259"/>
              <a:gd name="connsiteX2" fmla="*/ 7541657 w 7547859"/>
              <a:gd name="connsiteY2" fmla="*/ 48303 h 276259"/>
              <a:gd name="connsiteX3" fmla="*/ 7546366 w 7547859"/>
              <a:gd name="connsiteY3" fmla="*/ 71679 h 276259"/>
              <a:gd name="connsiteX4" fmla="*/ 7547859 w 7547859"/>
              <a:gd name="connsiteY4" fmla="*/ 71679 h 276259"/>
              <a:gd name="connsiteX5" fmla="*/ 7547859 w 7547859"/>
              <a:gd name="connsiteY5" fmla="*/ 79088 h 276259"/>
              <a:gd name="connsiteX6" fmla="*/ 7547859 w 7547859"/>
              <a:gd name="connsiteY6" fmla="*/ 276259 h 276259"/>
              <a:gd name="connsiteX7" fmla="*/ 0 w 7547859"/>
              <a:gd name="connsiteY7" fmla="*/ 276259 h 276259"/>
              <a:gd name="connsiteX8" fmla="*/ 0 w 7547859"/>
              <a:gd name="connsiteY8" fmla="*/ 79088 h 276259"/>
              <a:gd name="connsiteX9" fmla="*/ 0 w 7547859"/>
              <a:gd name="connsiteY9" fmla="*/ 71679 h 276259"/>
              <a:gd name="connsiteX10" fmla="*/ 1493 w 7547859"/>
              <a:gd name="connsiteY10" fmla="*/ 71679 h 276259"/>
              <a:gd name="connsiteX11" fmla="*/ 6202 w 7547859"/>
              <a:gd name="connsiteY11" fmla="*/ 48303 h 276259"/>
              <a:gd name="connsiteX12" fmla="*/ 78924 w 7547859"/>
              <a:gd name="connsiteY12" fmla="*/ 0 h 276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47859" h="276259">
                <a:moveTo>
                  <a:pt x="78924" y="0"/>
                </a:moveTo>
                <a:lnTo>
                  <a:pt x="7468936" y="0"/>
                </a:lnTo>
                <a:cubicBezTo>
                  <a:pt x="7501626" y="0"/>
                  <a:pt x="7529676" y="19918"/>
                  <a:pt x="7541657" y="48303"/>
                </a:cubicBezTo>
                <a:lnTo>
                  <a:pt x="7546366" y="71679"/>
                </a:lnTo>
                <a:lnTo>
                  <a:pt x="7547859" y="71679"/>
                </a:lnTo>
                <a:lnTo>
                  <a:pt x="7547859" y="79088"/>
                </a:lnTo>
                <a:lnTo>
                  <a:pt x="7547859" y="276259"/>
                </a:lnTo>
                <a:lnTo>
                  <a:pt x="0" y="276259"/>
                </a:lnTo>
                <a:lnTo>
                  <a:pt x="0" y="79088"/>
                </a:lnTo>
                <a:lnTo>
                  <a:pt x="0" y="71679"/>
                </a:lnTo>
                <a:lnTo>
                  <a:pt x="1493" y="71679"/>
                </a:lnTo>
                <a:lnTo>
                  <a:pt x="6202" y="48303"/>
                </a:lnTo>
                <a:cubicBezTo>
                  <a:pt x="18184" y="19918"/>
                  <a:pt x="46233" y="0"/>
                  <a:pt x="78924" y="0"/>
                </a:cubicBezTo>
                <a:close/>
              </a:path>
            </a:pathLst>
          </a:custGeom>
        </p:spPr>
      </p:pic>
      <p:sp>
        <p:nvSpPr>
          <p:cNvPr id="33" name="フリーフォーム 32">
            <a:extLst>
              <a:ext uri="{FF2B5EF4-FFF2-40B4-BE49-F238E27FC236}">
                <a16:creationId xmlns:a16="http://schemas.microsoft.com/office/drawing/2014/main" id="{57DA15C8-5FE7-1AB0-7F74-78BD7BB670D4}"/>
              </a:ext>
            </a:extLst>
          </p:cNvPr>
          <p:cNvSpPr/>
          <p:nvPr/>
        </p:nvSpPr>
        <p:spPr>
          <a:xfrm>
            <a:off x="4600712" y="793244"/>
            <a:ext cx="7563579" cy="276259"/>
          </a:xfrm>
          <a:custGeom>
            <a:avLst/>
            <a:gdLst>
              <a:gd name="connsiteX0" fmla="*/ 79088 w 7563579"/>
              <a:gd name="connsiteY0" fmla="*/ 0 h 276259"/>
              <a:gd name="connsiteX1" fmla="*/ 7484491 w 7563579"/>
              <a:gd name="connsiteY1" fmla="*/ 0 h 276259"/>
              <a:gd name="connsiteX2" fmla="*/ 7557364 w 7563579"/>
              <a:gd name="connsiteY2" fmla="*/ 48303 h 276259"/>
              <a:gd name="connsiteX3" fmla="*/ 7562083 w 7563579"/>
              <a:gd name="connsiteY3" fmla="*/ 71679 h 276259"/>
              <a:gd name="connsiteX4" fmla="*/ 7563579 w 7563579"/>
              <a:gd name="connsiteY4" fmla="*/ 71679 h 276259"/>
              <a:gd name="connsiteX5" fmla="*/ 7563579 w 7563579"/>
              <a:gd name="connsiteY5" fmla="*/ 79088 h 276259"/>
              <a:gd name="connsiteX6" fmla="*/ 7563579 w 7563579"/>
              <a:gd name="connsiteY6" fmla="*/ 276259 h 276259"/>
              <a:gd name="connsiteX7" fmla="*/ 0 w 7563579"/>
              <a:gd name="connsiteY7" fmla="*/ 276259 h 276259"/>
              <a:gd name="connsiteX8" fmla="*/ 0 w 7563579"/>
              <a:gd name="connsiteY8" fmla="*/ 79088 h 276259"/>
              <a:gd name="connsiteX9" fmla="*/ 0 w 7563579"/>
              <a:gd name="connsiteY9" fmla="*/ 71679 h 276259"/>
              <a:gd name="connsiteX10" fmla="*/ 1496 w 7563579"/>
              <a:gd name="connsiteY10" fmla="*/ 71679 h 276259"/>
              <a:gd name="connsiteX11" fmla="*/ 6215 w 7563579"/>
              <a:gd name="connsiteY11" fmla="*/ 48303 h 276259"/>
              <a:gd name="connsiteX12" fmla="*/ 79088 w 7563579"/>
              <a:gd name="connsiteY12" fmla="*/ 0 h 276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63579" h="276259">
                <a:moveTo>
                  <a:pt x="79088" y="0"/>
                </a:moveTo>
                <a:lnTo>
                  <a:pt x="7484491" y="0"/>
                </a:lnTo>
                <a:cubicBezTo>
                  <a:pt x="7517250" y="0"/>
                  <a:pt x="7545358" y="19918"/>
                  <a:pt x="7557364" y="48303"/>
                </a:cubicBezTo>
                <a:lnTo>
                  <a:pt x="7562083" y="71679"/>
                </a:lnTo>
                <a:lnTo>
                  <a:pt x="7563579" y="71679"/>
                </a:lnTo>
                <a:lnTo>
                  <a:pt x="7563579" y="79088"/>
                </a:lnTo>
                <a:lnTo>
                  <a:pt x="7563579" y="276259"/>
                </a:lnTo>
                <a:lnTo>
                  <a:pt x="0" y="276259"/>
                </a:lnTo>
                <a:lnTo>
                  <a:pt x="0" y="79088"/>
                </a:lnTo>
                <a:lnTo>
                  <a:pt x="0" y="71679"/>
                </a:lnTo>
                <a:lnTo>
                  <a:pt x="1496" y="71679"/>
                </a:lnTo>
                <a:lnTo>
                  <a:pt x="6215" y="48303"/>
                </a:lnTo>
                <a:cubicBezTo>
                  <a:pt x="18222" y="19918"/>
                  <a:pt x="46329" y="0"/>
                  <a:pt x="79088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5" name="フリーフォーム 34">
            <a:extLst>
              <a:ext uri="{FF2B5EF4-FFF2-40B4-BE49-F238E27FC236}">
                <a16:creationId xmlns:a16="http://schemas.microsoft.com/office/drawing/2014/main" id="{8B80099E-4267-3F0B-76C1-30D98E7E3043}"/>
              </a:ext>
            </a:extLst>
          </p:cNvPr>
          <p:cNvSpPr/>
          <p:nvPr/>
        </p:nvSpPr>
        <p:spPr>
          <a:xfrm>
            <a:off x="834642" y="720705"/>
            <a:ext cx="7547859" cy="276259"/>
          </a:xfrm>
          <a:custGeom>
            <a:avLst/>
            <a:gdLst>
              <a:gd name="connsiteX0" fmla="*/ 79088 w 7563579"/>
              <a:gd name="connsiteY0" fmla="*/ 0 h 276259"/>
              <a:gd name="connsiteX1" fmla="*/ 7484491 w 7563579"/>
              <a:gd name="connsiteY1" fmla="*/ 0 h 276259"/>
              <a:gd name="connsiteX2" fmla="*/ 7557364 w 7563579"/>
              <a:gd name="connsiteY2" fmla="*/ 48303 h 276259"/>
              <a:gd name="connsiteX3" fmla="*/ 7562083 w 7563579"/>
              <a:gd name="connsiteY3" fmla="*/ 71679 h 276259"/>
              <a:gd name="connsiteX4" fmla="*/ 7563579 w 7563579"/>
              <a:gd name="connsiteY4" fmla="*/ 71679 h 276259"/>
              <a:gd name="connsiteX5" fmla="*/ 7563579 w 7563579"/>
              <a:gd name="connsiteY5" fmla="*/ 79088 h 276259"/>
              <a:gd name="connsiteX6" fmla="*/ 7563579 w 7563579"/>
              <a:gd name="connsiteY6" fmla="*/ 276259 h 276259"/>
              <a:gd name="connsiteX7" fmla="*/ 0 w 7563579"/>
              <a:gd name="connsiteY7" fmla="*/ 276259 h 276259"/>
              <a:gd name="connsiteX8" fmla="*/ 0 w 7563579"/>
              <a:gd name="connsiteY8" fmla="*/ 79088 h 276259"/>
              <a:gd name="connsiteX9" fmla="*/ 0 w 7563579"/>
              <a:gd name="connsiteY9" fmla="*/ 71679 h 276259"/>
              <a:gd name="connsiteX10" fmla="*/ 1496 w 7563579"/>
              <a:gd name="connsiteY10" fmla="*/ 71679 h 276259"/>
              <a:gd name="connsiteX11" fmla="*/ 6215 w 7563579"/>
              <a:gd name="connsiteY11" fmla="*/ 48303 h 276259"/>
              <a:gd name="connsiteX12" fmla="*/ 79088 w 7563579"/>
              <a:gd name="connsiteY12" fmla="*/ 0 h 276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63579" h="276259">
                <a:moveTo>
                  <a:pt x="79088" y="0"/>
                </a:moveTo>
                <a:lnTo>
                  <a:pt x="7484491" y="0"/>
                </a:lnTo>
                <a:cubicBezTo>
                  <a:pt x="7517250" y="0"/>
                  <a:pt x="7545358" y="19918"/>
                  <a:pt x="7557364" y="48303"/>
                </a:cubicBezTo>
                <a:lnTo>
                  <a:pt x="7562083" y="71679"/>
                </a:lnTo>
                <a:lnTo>
                  <a:pt x="7563579" y="71679"/>
                </a:lnTo>
                <a:lnTo>
                  <a:pt x="7563579" y="79088"/>
                </a:lnTo>
                <a:lnTo>
                  <a:pt x="7563579" y="276259"/>
                </a:lnTo>
                <a:lnTo>
                  <a:pt x="0" y="276259"/>
                </a:lnTo>
                <a:lnTo>
                  <a:pt x="0" y="79088"/>
                </a:lnTo>
                <a:lnTo>
                  <a:pt x="0" y="71679"/>
                </a:lnTo>
                <a:lnTo>
                  <a:pt x="1496" y="71679"/>
                </a:lnTo>
                <a:lnTo>
                  <a:pt x="6215" y="48303"/>
                </a:lnTo>
                <a:cubicBezTo>
                  <a:pt x="18222" y="19918"/>
                  <a:pt x="46329" y="0"/>
                  <a:pt x="79088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pic>
        <p:nvPicPr>
          <p:cNvPr id="39" name="図 38">
            <a:extLst>
              <a:ext uri="{FF2B5EF4-FFF2-40B4-BE49-F238E27FC236}">
                <a16:creationId xmlns:a16="http://schemas.microsoft.com/office/drawing/2014/main" id="{581A7EBE-6CAE-09DD-07C2-51C41E777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3172870"/>
            <a:ext cx="5854700" cy="260620"/>
          </a:xfrm>
          <a:prstGeom prst="rect">
            <a:avLst/>
          </a:prstGeom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C990AE7F-4752-2E6F-78DD-5B5B2555AB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3431049"/>
            <a:ext cx="5854700" cy="260620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6CA3D375-1559-67AC-B277-D4C12650C5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3686812"/>
            <a:ext cx="5854700" cy="260620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2D4D1C9D-518C-8FD8-98BF-B92FB2900C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3944991"/>
            <a:ext cx="5854700" cy="260620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A6AC052C-8867-DC8B-D0CE-048A7D1E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4200754"/>
            <a:ext cx="5854700" cy="260620"/>
          </a:xfrm>
          <a:prstGeom prst="rect">
            <a:avLst/>
          </a:prstGeom>
        </p:spPr>
      </p:pic>
      <p:pic>
        <p:nvPicPr>
          <p:cNvPr id="44" name="図 43">
            <a:extLst>
              <a:ext uri="{FF2B5EF4-FFF2-40B4-BE49-F238E27FC236}">
                <a16:creationId xmlns:a16="http://schemas.microsoft.com/office/drawing/2014/main" id="{A4D816A3-9D38-4FAE-9854-E3AF206CB0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4427701"/>
            <a:ext cx="5854700" cy="260620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343B4397-6E42-1057-D73F-8CB3B66E27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4683464"/>
            <a:ext cx="5854700" cy="260620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5A63E3FB-7348-93D5-9323-5DAA3FBB46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4910411"/>
            <a:ext cx="5854700" cy="260620"/>
          </a:xfrm>
          <a:prstGeom prst="rect">
            <a:avLst/>
          </a:prstGeom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CF61887E-63A2-3245-E575-8A5EE4BEAB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5166174"/>
            <a:ext cx="5854700" cy="260620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9B3E34CE-6CEB-91BE-D78F-39F4F0A2FE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5359430"/>
            <a:ext cx="5854700" cy="260620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562194CA-8993-D28A-D49A-71BBE93D08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5615193"/>
            <a:ext cx="5854700" cy="260620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6EB73007-DDC3-B317-C408-4549AB163B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5858547"/>
            <a:ext cx="5854700" cy="260620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0A00399A-D2AE-0462-62F2-2A9F927787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6114310"/>
            <a:ext cx="5854700" cy="260620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ED40997E-3FC3-73F8-7A5B-6010724143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6336971"/>
            <a:ext cx="5854700" cy="260620"/>
          </a:xfrm>
          <a:prstGeom prst="rect">
            <a:avLst/>
          </a:prstGeom>
        </p:spPr>
      </p:pic>
      <p:pic>
        <p:nvPicPr>
          <p:cNvPr id="53" name="図 52">
            <a:extLst>
              <a:ext uri="{FF2B5EF4-FFF2-40B4-BE49-F238E27FC236}">
                <a16:creationId xmlns:a16="http://schemas.microsoft.com/office/drawing/2014/main" id="{81686C8B-28D8-F7F5-6C35-CB63D760F3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226" t="17252" r="2736" b="77699"/>
          <a:stretch>
            <a:fillRect/>
          </a:stretch>
        </p:blipFill>
        <p:spPr>
          <a:xfrm>
            <a:off x="5901474" y="6592734"/>
            <a:ext cx="5854700" cy="260620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54F327B-5E0B-0ACF-8683-D52A6272C3F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41000" contrast="-53000"/>
          </a:blip>
          <a:stretch>
            <a:fillRect/>
          </a:stretch>
        </p:blipFill>
        <p:spPr>
          <a:xfrm>
            <a:off x="6090358" y="3573393"/>
            <a:ext cx="5486400" cy="2932483"/>
          </a:xfrm>
          <a:prstGeom prst="rect">
            <a:avLst/>
          </a:prstGeom>
          <a:effectLst>
            <a:outerShdw blurRad="159040" dist="38100" dir="2220000" algn="t" rotWithShape="0">
              <a:prstClr val="black">
                <a:alpha val="66353"/>
              </a:prstClr>
            </a:outerShdw>
          </a:effectLst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87F081A5-0E8A-6C65-4FD9-D9D46CAAE9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9" t="23836" r="63956" b="74742"/>
          <a:stretch>
            <a:fillRect/>
          </a:stretch>
        </p:blipFill>
        <p:spPr>
          <a:xfrm>
            <a:off x="6090358" y="3467436"/>
            <a:ext cx="5476932" cy="125715"/>
          </a:xfrm>
          <a:prstGeom prst="rect">
            <a:avLst/>
          </a:prstGeom>
        </p:spPr>
      </p:pic>
      <p:pic>
        <p:nvPicPr>
          <p:cNvPr id="56" name="図 55">
            <a:extLst>
              <a:ext uri="{FF2B5EF4-FFF2-40B4-BE49-F238E27FC236}">
                <a16:creationId xmlns:a16="http://schemas.microsoft.com/office/drawing/2014/main" id="{8F0D7869-5114-F484-F177-32275269E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779" y="3269709"/>
            <a:ext cx="763367" cy="233944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4828CABC-3128-D487-38A6-FFCBE8A7E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470" y="3268592"/>
            <a:ext cx="763366" cy="233028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338373BF-0E67-9780-4C31-A243939F3C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5681" y="3262718"/>
            <a:ext cx="763366" cy="233028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5BAD9E76-1A48-4755-B70D-8A6035DAAE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047" y="3264852"/>
            <a:ext cx="763366" cy="233028"/>
          </a:xfrm>
          <a:prstGeom prst="rect">
            <a:avLst/>
          </a:prstGeom>
          <a:effectLst>
            <a:outerShdw blurRad="76488" dist="12700" dir="2700000" algn="tl" rotWithShape="0">
              <a:prstClr val="black">
                <a:alpha val="45000"/>
              </a:prstClr>
            </a:outerShdw>
          </a:effectLst>
        </p:spPr>
      </p:pic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73A8C9C5-EFEB-639D-11C0-52FBDDA2E319}"/>
              </a:ext>
            </a:extLst>
          </p:cNvPr>
          <p:cNvSpPr/>
          <p:nvPr/>
        </p:nvSpPr>
        <p:spPr>
          <a:xfrm>
            <a:off x="6043582" y="3328986"/>
            <a:ext cx="5570483" cy="304693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" name="図 60">
            <a:extLst>
              <a:ext uri="{FF2B5EF4-FFF2-40B4-BE49-F238E27FC236}">
                <a16:creationId xmlns:a16="http://schemas.microsoft.com/office/drawing/2014/main" id="{2CFCD00C-94ED-0CB3-380A-F3E43CD7E3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922" y="50350"/>
            <a:ext cx="3781790" cy="2725388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E78F5125-6F9C-5162-9466-7070EDA34D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  <a14:imgEffect>
                      <a14:brightnessContrast bright="11000"/>
                    </a14:imgEffect>
                  </a14:imgLayer>
                </a14:imgProps>
              </a:ext>
            </a:extLst>
          </a:blip>
          <a:srcRect l="4789" t="23836" r="63956" b="74742"/>
          <a:stretch>
            <a:fillRect/>
          </a:stretch>
        </p:blipFill>
        <p:spPr>
          <a:xfrm>
            <a:off x="928602" y="941595"/>
            <a:ext cx="5476932" cy="125715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E52F26A9-9B30-6814-8DAC-B9AFA002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9" t="23836" r="63956" b="74742"/>
          <a:stretch>
            <a:fillRect/>
          </a:stretch>
        </p:blipFill>
        <p:spPr>
          <a:xfrm>
            <a:off x="928602" y="1121094"/>
            <a:ext cx="5476932" cy="125715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42FAD03E-C369-3106-CFC6-691212D93006}"/>
              </a:ext>
            </a:extLst>
          </p:cNvPr>
          <p:cNvSpPr/>
          <p:nvPr/>
        </p:nvSpPr>
        <p:spPr>
          <a:xfrm>
            <a:off x="397784" y="1155576"/>
            <a:ext cx="234696" cy="343867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D4F986DF-2DBC-03CC-D58C-9E7D564221C9}"/>
              </a:ext>
            </a:extLst>
          </p:cNvPr>
          <p:cNvSpPr/>
          <p:nvPr/>
        </p:nvSpPr>
        <p:spPr>
          <a:xfrm>
            <a:off x="701574" y="954826"/>
            <a:ext cx="234696" cy="121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58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640AC09-335B-F6D6-C708-E92CB3002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91" y="188683"/>
            <a:ext cx="5486400" cy="2932483"/>
          </a:xfrm>
          <a:prstGeom prst="rect">
            <a:avLst/>
          </a:prstGeom>
          <a:effectLst/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CD604AB-8756-D076-A6EE-6B48DD24E018}"/>
              </a:ext>
            </a:extLst>
          </p:cNvPr>
          <p:cNvSpPr txBox="1"/>
          <p:nvPr/>
        </p:nvSpPr>
        <p:spPr>
          <a:xfrm>
            <a:off x="642578" y="3359942"/>
            <a:ext cx="43797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Classic </a:t>
            </a: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とは</a:t>
            </a:r>
            <a:r>
              <a:rPr kumimoji="1" lang="en-US" altLang="ja-JP" sz="10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  Mac OS 9 </a:t>
            </a: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アプリケーションを実行するための環境です。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5772AED-A76C-7687-A104-5FB3EBBE4ADF}"/>
              </a:ext>
            </a:extLst>
          </p:cNvPr>
          <p:cNvSpPr txBox="1"/>
          <p:nvPr/>
        </p:nvSpPr>
        <p:spPr>
          <a:xfrm>
            <a:off x="1675863" y="311942"/>
            <a:ext cx="256352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1300" b="1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システム環境設定へようこそ！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ED7990-BBC7-377E-B648-292B9DEF0089}"/>
              </a:ext>
            </a:extLst>
          </p:cNvPr>
          <p:cNvSpPr txBox="1"/>
          <p:nvPr/>
        </p:nvSpPr>
        <p:spPr>
          <a:xfrm>
            <a:off x="621087" y="643051"/>
            <a:ext cx="4884671" cy="98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ここでは、各種情報を閲覧、設定することができます。</a:t>
            </a:r>
            <a:endParaRPr kumimoji="1" lang="en-US" altLang="ja-JP" sz="10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また、ギミックウインドウの設定とプレイヤーオーバーライドの発動が可能です。</a:t>
            </a:r>
            <a:endParaRPr kumimoji="1" lang="en-US" altLang="ja-JP" sz="10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ギミックウインドウに付与できる効果はステージ毎に異なります。</a:t>
            </a:r>
            <a:endParaRPr kumimoji="1" lang="en-US" altLang="ja-JP" sz="10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  <a:p>
            <a:pPr>
              <a:lnSpc>
                <a:spcPct val="150000"/>
              </a:lnSpc>
            </a:pPr>
            <a:endParaRPr kumimoji="1" lang="ja-JP" altLang="en-US" sz="100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3336F41-2287-63AC-1588-A460346E082C}"/>
              </a:ext>
            </a:extLst>
          </p:cNvPr>
          <p:cNvSpPr txBox="1"/>
          <p:nvPr/>
        </p:nvSpPr>
        <p:spPr>
          <a:xfrm>
            <a:off x="621087" y="1738152"/>
            <a:ext cx="19159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1100" b="1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ギミックウインドウとは？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AFFFBDB-A665-572B-44DE-38FE15F80368}"/>
              </a:ext>
            </a:extLst>
          </p:cNvPr>
          <p:cNvSpPr txBox="1"/>
          <p:nvPr/>
        </p:nvSpPr>
        <p:spPr>
          <a:xfrm>
            <a:off x="621087" y="1940196"/>
            <a:ext cx="4544834" cy="98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通常操作できない、ウインドウの回転角をはじめとした様々な効果を</a:t>
            </a:r>
            <a:endParaRPr kumimoji="1" lang="en-US" altLang="ja-JP" sz="10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ダイアログウインドウに付与できます。</a:t>
            </a:r>
            <a:endParaRPr kumimoji="1" lang="en-US" altLang="ja-JP" sz="10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ギミックウインドウを使うことでゲームを有利に進めることができますが、</a:t>
            </a:r>
            <a:endParaRPr lang="en-US" altLang="ja-JP" sz="10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使用された回数に応じてスコアは減点されます。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C97FDBF1-F8D8-4022-B278-9EE7FE15E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513" y="188683"/>
            <a:ext cx="5486400" cy="2932483"/>
          </a:xfrm>
          <a:prstGeom prst="rect">
            <a:avLst/>
          </a:prstGeom>
          <a:effectLst/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BD4BD55-C68C-3607-120C-045DE37B46DB}"/>
              </a:ext>
            </a:extLst>
          </p:cNvPr>
          <p:cNvSpPr txBox="1"/>
          <p:nvPr/>
        </p:nvSpPr>
        <p:spPr>
          <a:xfrm>
            <a:off x="6570621" y="587790"/>
            <a:ext cx="909223" cy="294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0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BGM</a:t>
            </a: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の音量</a:t>
            </a:r>
            <a:r>
              <a:rPr kumimoji="1" lang="en-US" altLang="ja-JP" sz="10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:</a:t>
            </a:r>
            <a:endParaRPr kumimoji="1" lang="ja-JP" altLang="en-US" sz="100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9C4A4009-59DF-746E-3426-572E6D577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642"/>
          <a:stretch>
            <a:fillRect/>
          </a:stretch>
        </p:blipFill>
        <p:spPr>
          <a:xfrm>
            <a:off x="7577490" y="527380"/>
            <a:ext cx="250776" cy="401566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E725A589-2A72-136E-256F-A58A3AB9EB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667"/>
          <a:stretch>
            <a:fillRect/>
          </a:stretch>
        </p:blipFill>
        <p:spPr>
          <a:xfrm>
            <a:off x="9870203" y="522831"/>
            <a:ext cx="430065" cy="401566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17904C8-4DA5-17E8-155C-4EE7D9BA057A}"/>
              </a:ext>
            </a:extLst>
          </p:cNvPr>
          <p:cNvSpPr txBox="1"/>
          <p:nvPr/>
        </p:nvSpPr>
        <p:spPr>
          <a:xfrm>
            <a:off x="6251395" y="280491"/>
            <a:ext cx="864339" cy="355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300" b="1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環境設定</a:t>
            </a:r>
          </a:p>
        </p:txBody>
      </p:sp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AA7163FE-5720-AB5F-86C7-9C111D11FB32}"/>
              </a:ext>
            </a:extLst>
          </p:cNvPr>
          <p:cNvSpPr/>
          <p:nvPr/>
        </p:nvSpPr>
        <p:spPr>
          <a:xfrm>
            <a:off x="7896213" y="684388"/>
            <a:ext cx="1906043" cy="78451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>
            <a:innerShdw blurRad="66053" dist="12700" dir="16200000">
              <a:prstClr val="black">
                <a:alpha val="9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pic>
        <p:nvPicPr>
          <p:cNvPr id="25" name="Picture 8">
            <a:extLst>
              <a:ext uri="{FF2B5EF4-FFF2-40B4-BE49-F238E27FC236}">
                <a16:creationId xmlns:a16="http://schemas.microsoft.com/office/drawing/2014/main" id="{AFF46CD4-4F94-69AF-3738-392157927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6" y="3927007"/>
            <a:ext cx="3224554" cy="2742310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E158FD-614F-B3BD-6070-365768585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721" y="3755556"/>
            <a:ext cx="1184766" cy="1279547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C5D0A261-6233-E594-2357-B3E8B9E574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970" t="13336" r="19766" b="18533"/>
          <a:stretch>
            <a:fillRect/>
          </a:stretch>
        </p:blipFill>
        <p:spPr>
          <a:xfrm>
            <a:off x="5294161" y="4033596"/>
            <a:ext cx="735645" cy="919977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7197C3CF-EC55-D0FA-BCA0-B8C69D2853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855" y="3736835"/>
            <a:ext cx="1247757" cy="1426008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B310A38D-F2E1-64E7-01B5-7BFAB0755F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1316" y="3715568"/>
            <a:ext cx="929212" cy="1169523"/>
          </a:xfrm>
          <a:prstGeom prst="rect">
            <a:avLst/>
          </a:prstGeom>
          <a:effectLst>
            <a:outerShdw blurRad="189471" algn="tl" rotWithShape="0">
              <a:prstClr val="black">
                <a:alpha val="71185"/>
              </a:prstClr>
            </a:outerShdw>
          </a:effectLst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3C1CA154-2C65-36D1-322E-EA9F8EF9CA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94550" y="3989434"/>
            <a:ext cx="929212" cy="1169523"/>
          </a:xfrm>
          <a:prstGeom prst="rect">
            <a:avLst/>
          </a:prstGeom>
          <a:effectLst>
            <a:outerShdw blurRad="189471" algn="tl" rotWithShape="0">
              <a:prstClr val="black">
                <a:alpha val="71185"/>
              </a:prstClr>
            </a:outerShdw>
          </a:effectLst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51897DE-7C75-5DCB-0F23-5CC8DC5E2CEE}"/>
              </a:ext>
            </a:extLst>
          </p:cNvPr>
          <p:cNvSpPr txBox="1"/>
          <p:nvPr/>
        </p:nvSpPr>
        <p:spPr>
          <a:xfrm>
            <a:off x="6251395" y="990892"/>
            <a:ext cx="2393604" cy="355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300" b="1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プレイヤー・オーバーライド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DA9831E-137E-3D79-649E-F317C87AB6AD}"/>
              </a:ext>
            </a:extLst>
          </p:cNvPr>
          <p:cNvSpPr txBox="1"/>
          <p:nvPr/>
        </p:nvSpPr>
        <p:spPr>
          <a:xfrm>
            <a:off x="6251395" y="1299854"/>
            <a:ext cx="5116996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プレイヤー・オーバーライド</a:t>
            </a:r>
            <a:r>
              <a:rPr kumimoji="1" lang="en-US" altLang="ja-JP" sz="9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 </a:t>
            </a:r>
            <a:r>
              <a:rPr kumimoji="1"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とは</a:t>
            </a:r>
            <a:r>
              <a:rPr kumimoji="1" lang="en-US" altLang="ja-JP" sz="9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 </a:t>
            </a:r>
            <a:r>
              <a:rPr kumimoji="1"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プレイヤーに特別な能力を一定時間付与するものです。</a:t>
            </a:r>
            <a:endParaRPr kumimoji="1" lang="en-US" altLang="ja-JP" sz="9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ゲーム中に一回のみ発動することができます。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5CDB3C3-616B-DFF5-C6AA-09200D5AEA92}"/>
              </a:ext>
            </a:extLst>
          </p:cNvPr>
          <p:cNvSpPr txBox="1"/>
          <p:nvPr/>
        </p:nvSpPr>
        <p:spPr>
          <a:xfrm>
            <a:off x="6344357" y="1811684"/>
            <a:ext cx="1165704" cy="294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000" b="1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Quartz</a:t>
            </a:r>
            <a:r>
              <a:rPr kumimoji="1" lang="en-US" altLang="ja-JP" sz="1000" b="1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 Domain</a:t>
            </a:r>
            <a:endParaRPr kumimoji="1" lang="ja-JP" altLang="en-US" sz="1000" b="1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163A622-28E5-B819-5B3E-CF2A6F5DA0A3}"/>
              </a:ext>
            </a:extLst>
          </p:cNvPr>
          <p:cNvSpPr txBox="1"/>
          <p:nvPr/>
        </p:nvSpPr>
        <p:spPr>
          <a:xfrm>
            <a:off x="6344357" y="2012488"/>
            <a:ext cx="5116996" cy="27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敵の攻撃を中和する移動式の結界を展開します。</a:t>
            </a:r>
            <a:endParaRPr kumimoji="1" lang="ja-JP" altLang="en-US" sz="90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2FF7AC02-E352-FB2A-F087-70254F16F7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4787" y="3371825"/>
            <a:ext cx="2133600" cy="482600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68D0A070-04FF-EB7E-6C26-2FA36827510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6569" t="19063" r="3431" b="29021"/>
          <a:stretch>
            <a:fillRect/>
          </a:stretch>
        </p:blipFill>
        <p:spPr>
          <a:xfrm>
            <a:off x="7539167" y="3173244"/>
            <a:ext cx="1920241" cy="250548"/>
          </a:xfrm>
          <a:custGeom>
            <a:avLst/>
            <a:gdLst>
              <a:gd name="connsiteX0" fmla="*/ 0 w 1920241"/>
              <a:gd name="connsiteY0" fmla="*/ 125273 h 250548"/>
              <a:gd name="connsiteX1" fmla="*/ 0 w 1920241"/>
              <a:gd name="connsiteY1" fmla="*/ 125274 h 250548"/>
              <a:gd name="connsiteX2" fmla="*/ 0 w 1920241"/>
              <a:gd name="connsiteY2" fmla="*/ 125274 h 250548"/>
              <a:gd name="connsiteX3" fmla="*/ 125274 w 1920241"/>
              <a:gd name="connsiteY3" fmla="*/ 0 h 250548"/>
              <a:gd name="connsiteX4" fmla="*/ 1794967 w 1920241"/>
              <a:gd name="connsiteY4" fmla="*/ 0 h 250548"/>
              <a:gd name="connsiteX5" fmla="*/ 1920241 w 1920241"/>
              <a:gd name="connsiteY5" fmla="*/ 125274 h 250548"/>
              <a:gd name="connsiteX6" fmla="*/ 1920240 w 1920241"/>
              <a:gd name="connsiteY6" fmla="*/ 125274 h 250548"/>
              <a:gd name="connsiteX7" fmla="*/ 1794966 w 1920241"/>
              <a:gd name="connsiteY7" fmla="*/ 250548 h 250548"/>
              <a:gd name="connsiteX8" fmla="*/ 125274 w 1920241"/>
              <a:gd name="connsiteY8" fmla="*/ 250547 h 250548"/>
              <a:gd name="connsiteX9" fmla="*/ 9845 w 1920241"/>
              <a:gd name="connsiteY9" fmla="*/ 174035 h 250548"/>
              <a:gd name="connsiteX10" fmla="*/ 0 w 1920241"/>
              <a:gd name="connsiteY10" fmla="*/ 125274 h 250548"/>
              <a:gd name="connsiteX11" fmla="*/ 9845 w 1920241"/>
              <a:gd name="connsiteY11" fmla="*/ 76512 h 250548"/>
              <a:gd name="connsiteX12" fmla="*/ 125274 w 1920241"/>
              <a:gd name="connsiteY12" fmla="*/ 0 h 250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20241" h="250548">
                <a:moveTo>
                  <a:pt x="0" y="125273"/>
                </a:moveTo>
                <a:lnTo>
                  <a:pt x="0" y="125274"/>
                </a:lnTo>
                <a:lnTo>
                  <a:pt x="0" y="125274"/>
                </a:lnTo>
                <a:close/>
                <a:moveTo>
                  <a:pt x="125274" y="0"/>
                </a:moveTo>
                <a:lnTo>
                  <a:pt x="1794967" y="0"/>
                </a:lnTo>
                <a:cubicBezTo>
                  <a:pt x="1864154" y="0"/>
                  <a:pt x="1920241" y="56087"/>
                  <a:pt x="1920241" y="125274"/>
                </a:cubicBezTo>
                <a:lnTo>
                  <a:pt x="1920240" y="125274"/>
                </a:lnTo>
                <a:cubicBezTo>
                  <a:pt x="1920240" y="194461"/>
                  <a:pt x="1864153" y="250548"/>
                  <a:pt x="1794966" y="250548"/>
                </a:cubicBezTo>
                <a:lnTo>
                  <a:pt x="125274" y="250547"/>
                </a:lnTo>
                <a:cubicBezTo>
                  <a:pt x="73384" y="250547"/>
                  <a:pt x="28863" y="218998"/>
                  <a:pt x="9845" y="174035"/>
                </a:cubicBezTo>
                <a:lnTo>
                  <a:pt x="0" y="125274"/>
                </a:lnTo>
                <a:lnTo>
                  <a:pt x="9845" y="76512"/>
                </a:lnTo>
                <a:cubicBezTo>
                  <a:pt x="28863" y="31549"/>
                  <a:pt x="73384" y="0"/>
                  <a:pt x="125274" y="0"/>
                </a:cubicBezTo>
                <a:close/>
              </a:path>
            </a:pathLst>
          </a:cu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9D243084-C4A6-A150-5657-604DB9E56A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4945" y="3362871"/>
            <a:ext cx="1917700" cy="254000"/>
          </a:xfrm>
          <a:prstGeom prst="rect">
            <a:avLst/>
          </a:prstGeom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CB7906D-96ED-B708-47AC-C5541BC89447}"/>
              </a:ext>
            </a:extLst>
          </p:cNvPr>
          <p:cNvSpPr txBox="1"/>
          <p:nvPr/>
        </p:nvSpPr>
        <p:spPr>
          <a:xfrm>
            <a:off x="7926635" y="3351632"/>
            <a:ext cx="117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ja-JP" altLang="en-US" sz="1200" kern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ユーザ登録</a:t>
            </a:r>
            <a:r>
              <a:rPr kumimoji="1" lang="en-US" altLang="ja-JP" sz="1200" kern="0" dirty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...</a:t>
            </a:r>
            <a:endParaRPr kumimoji="1" lang="ja-JP" altLang="en-US" sz="1200" kern="0">
              <a:solidFill>
                <a:srgbClr val="2A2A2A"/>
              </a:solidFill>
              <a:effectLst>
                <a:outerShdw blurRad="80197" dist="38099" dir="5820000" algn="tl" rotWithShape="0">
                  <a:prstClr val="black">
                    <a:alpha val="49000"/>
                  </a:prstClr>
                </a:outerShdw>
              </a:effectLst>
              <a:latin typeface="Osaka" panose="020B0600000000000000" pitchFamily="34" charset="-128"/>
              <a:ea typeface="Osaka" panose="020B0600000000000000" pitchFamily="34" charset="-128"/>
            </a:endParaRP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BB8E97D0-D57E-672B-9698-64FE50CCD9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7619" y="2073116"/>
            <a:ext cx="1156009" cy="153114"/>
          </a:xfrm>
          <a:prstGeom prst="rect">
            <a:avLst/>
          </a:prstGeom>
          <a:effectLst>
            <a:outerShdw blurRad="46925" dist="38099" dir="414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ADA436B5-A6BF-482B-7236-A834DB4985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2" y="3303712"/>
            <a:ext cx="1156009" cy="153114"/>
          </a:xfrm>
          <a:prstGeom prst="rect">
            <a:avLst/>
          </a:prstGeom>
          <a:effectLst>
            <a:outerShdw blurRad="46925" dist="38099" dir="4140000" algn="tl" rotWithShape="0">
              <a:prstClr val="black">
                <a:alpha val="0"/>
              </a:prstClr>
            </a:outerShdw>
          </a:effectLst>
        </p:spPr>
      </p:pic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0D4B836-CF2C-01E2-44B6-EA355F0F3E8D}"/>
              </a:ext>
            </a:extLst>
          </p:cNvPr>
          <p:cNvSpPr txBox="1"/>
          <p:nvPr/>
        </p:nvSpPr>
        <p:spPr>
          <a:xfrm>
            <a:off x="9685499" y="3271702"/>
            <a:ext cx="854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ja-JP" altLang="en-US" sz="900" kern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使用する</a:t>
            </a:r>
            <a:r>
              <a:rPr kumimoji="1" lang="en-US" altLang="ja-JP" sz="900" kern="0" dirty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...</a:t>
            </a:r>
            <a:endParaRPr kumimoji="1" lang="ja-JP" altLang="en-US" sz="900" kern="0">
              <a:solidFill>
                <a:srgbClr val="2A2A2A"/>
              </a:solidFill>
              <a:effectLst>
                <a:outerShdw blurRad="80197" dist="38099" dir="5820000" algn="tl" rotWithShape="0">
                  <a:prstClr val="black">
                    <a:alpha val="49000"/>
                  </a:prstClr>
                </a:outerShdw>
              </a:effectLst>
              <a:latin typeface="Osaka" panose="020B0600000000000000" pitchFamily="34" charset="-128"/>
              <a:ea typeface="Osaka" panose="020B0600000000000000" pitchFamily="34" charset="-128"/>
            </a:endParaRPr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4275161C-8CDC-5DD1-1F7F-0A1EC46D241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  <a14:imgEffect>
                      <a14:brightnessContrast contrast="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34772" y="3588196"/>
            <a:ext cx="1156009" cy="153114"/>
          </a:xfrm>
          <a:prstGeom prst="rect">
            <a:avLst/>
          </a:prstGeom>
          <a:effectLst>
            <a:outerShdw blurRad="46925" dist="38099" dir="4140000" algn="tl" rotWithShape="0">
              <a:prstClr val="black">
                <a:alpha val="0"/>
              </a:prstClr>
            </a:outerShdw>
          </a:effectLst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661E94A-CDA4-ABCF-62A2-950101692BEF}"/>
              </a:ext>
            </a:extLst>
          </p:cNvPr>
          <p:cNvSpPr txBox="1"/>
          <p:nvPr/>
        </p:nvSpPr>
        <p:spPr>
          <a:xfrm>
            <a:off x="9638590" y="3553564"/>
            <a:ext cx="9610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ja-JP" altLang="en-US" sz="900" kern="0">
                <a:solidFill>
                  <a:srgbClr val="9E9E9E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使用済みです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8B71A09-4EDD-44B8-5F5F-D9529C6D4DB4}"/>
              </a:ext>
            </a:extLst>
          </p:cNvPr>
          <p:cNvSpPr txBox="1"/>
          <p:nvPr/>
        </p:nvSpPr>
        <p:spPr>
          <a:xfrm>
            <a:off x="6332590" y="2326437"/>
            <a:ext cx="1148071" cy="294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000" b="1" dirty="0" err="1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Xtream</a:t>
            </a:r>
            <a:r>
              <a:rPr lang="en-US" altLang="ja-JP" sz="1000" b="1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 Attack</a:t>
            </a:r>
            <a:endParaRPr kumimoji="1" lang="ja-JP" altLang="en-US" sz="1000" b="1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247FD8BA-185C-C59B-51C4-E44726DB1112}"/>
              </a:ext>
            </a:extLst>
          </p:cNvPr>
          <p:cNvSpPr txBox="1"/>
          <p:nvPr/>
        </p:nvSpPr>
        <p:spPr>
          <a:xfrm>
            <a:off x="6332590" y="2527241"/>
            <a:ext cx="5116996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相手と相手の式神に致命的なダメージを与える</a:t>
            </a:r>
            <a:r>
              <a:rPr lang="en-US" altLang="ja-JP" sz="9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X</a:t>
            </a:r>
            <a:r>
              <a:rPr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を召喚します。</a:t>
            </a:r>
            <a:endParaRPr lang="en-US" altLang="ja-JP" sz="9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9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K</a:t>
            </a:r>
            <a:r>
              <a:rPr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キーで回転を止めることができ、効果時間が伸びます。</a:t>
            </a:r>
            <a:endParaRPr kumimoji="1" lang="ja-JP" altLang="en-US" sz="90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3A4AC6AA-BFB1-CB15-9F3B-30EAA16CCED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7619" y="2634834"/>
            <a:ext cx="1156009" cy="153114"/>
          </a:xfrm>
          <a:prstGeom prst="rect">
            <a:avLst/>
          </a:prstGeom>
          <a:effectLst>
            <a:outerShdw blurRad="46925" dist="38099" dir="414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835C4B0-9FA3-3530-4B16-A7B84CCEDA5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65130" t="60369" r="20671" b="37258"/>
          <a:stretch>
            <a:fillRect/>
          </a:stretch>
        </p:blipFill>
        <p:spPr>
          <a:xfrm>
            <a:off x="3849401" y="5282807"/>
            <a:ext cx="4199788" cy="526198"/>
          </a:xfrm>
          <a:custGeom>
            <a:avLst/>
            <a:gdLst>
              <a:gd name="connsiteX0" fmla="*/ 263099 w 4199788"/>
              <a:gd name="connsiteY0" fmla="*/ 0 h 526198"/>
              <a:gd name="connsiteX1" fmla="*/ 3936689 w 4199788"/>
              <a:gd name="connsiteY1" fmla="*/ 0 h 526198"/>
              <a:gd name="connsiteX2" fmla="*/ 4199788 w 4199788"/>
              <a:gd name="connsiteY2" fmla="*/ 263099 h 526198"/>
              <a:gd name="connsiteX3" fmla="*/ 3936689 w 4199788"/>
              <a:gd name="connsiteY3" fmla="*/ 526198 h 526198"/>
              <a:gd name="connsiteX4" fmla="*/ 263099 w 4199788"/>
              <a:gd name="connsiteY4" fmla="*/ 526198 h 526198"/>
              <a:gd name="connsiteX5" fmla="*/ 0 w 4199788"/>
              <a:gd name="connsiteY5" fmla="*/ 263099 h 526198"/>
              <a:gd name="connsiteX6" fmla="*/ 263099 w 4199788"/>
              <a:gd name="connsiteY6" fmla="*/ 0 h 526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9788" h="526198">
                <a:moveTo>
                  <a:pt x="263099" y="0"/>
                </a:moveTo>
                <a:lnTo>
                  <a:pt x="3936689" y="0"/>
                </a:lnTo>
                <a:cubicBezTo>
                  <a:pt x="4081995" y="0"/>
                  <a:pt x="4199788" y="117793"/>
                  <a:pt x="4199788" y="263099"/>
                </a:cubicBezTo>
                <a:cubicBezTo>
                  <a:pt x="4199788" y="408405"/>
                  <a:pt x="4081995" y="526198"/>
                  <a:pt x="3936689" y="526198"/>
                </a:cubicBezTo>
                <a:lnTo>
                  <a:pt x="263099" y="526198"/>
                </a:lnTo>
                <a:cubicBezTo>
                  <a:pt x="117793" y="526198"/>
                  <a:pt x="0" y="408405"/>
                  <a:pt x="0" y="263099"/>
                </a:cubicBezTo>
                <a:cubicBezTo>
                  <a:pt x="0" y="117793"/>
                  <a:pt x="117793" y="0"/>
                  <a:pt x="263099" y="0"/>
                </a:cubicBezTo>
                <a:close/>
              </a:path>
            </a:pathLst>
          </a:cu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1277F875-E96F-31FD-76C4-3886B1314614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66095" t="60387" r="31582" b="37365"/>
          <a:stretch>
            <a:fillRect/>
          </a:stretch>
        </p:blipFill>
        <p:spPr>
          <a:xfrm>
            <a:off x="4239385" y="5297709"/>
            <a:ext cx="3338105" cy="498339"/>
          </a:xfrm>
          <a:custGeom>
            <a:avLst/>
            <a:gdLst>
              <a:gd name="connsiteX0" fmla="*/ 0 w 686915"/>
              <a:gd name="connsiteY0" fmla="*/ 0 h 498339"/>
              <a:gd name="connsiteX1" fmla="*/ 686915 w 686915"/>
              <a:gd name="connsiteY1" fmla="*/ 0 h 498339"/>
              <a:gd name="connsiteX2" fmla="*/ 686915 w 686915"/>
              <a:gd name="connsiteY2" fmla="*/ 498339 h 498339"/>
              <a:gd name="connsiteX3" fmla="*/ 0 w 686915"/>
              <a:gd name="connsiteY3" fmla="*/ 498339 h 498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15" h="498339">
                <a:moveTo>
                  <a:pt x="0" y="0"/>
                </a:moveTo>
                <a:lnTo>
                  <a:pt x="686915" y="0"/>
                </a:lnTo>
                <a:lnTo>
                  <a:pt x="686915" y="498339"/>
                </a:lnTo>
                <a:lnTo>
                  <a:pt x="0" y="498339"/>
                </a:lnTo>
                <a:close/>
              </a:path>
            </a:pathLst>
          </a:cu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758A6E6D-083B-DB62-CAC5-35A94B5DAB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89238" y="5194340"/>
            <a:ext cx="4203700" cy="533400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0B9C1325-D0D5-A9E9-2CB7-EAB855A9C87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762487" y="3306927"/>
            <a:ext cx="1156009" cy="146683"/>
          </a:xfrm>
          <a:prstGeom prst="rect">
            <a:avLst/>
          </a:prstGeom>
          <a:effectLst>
            <a:outerShdw blurRad="46925" dist="38099" dir="4140000" algn="tl" rotWithShape="0">
              <a:prstClr val="black">
                <a:alpha val="0"/>
              </a:prstClr>
            </a:outerShdw>
          </a:effectLst>
        </p:spPr>
      </p:pic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8C588EC-3B42-DC45-DCC4-7B8A0999D737}"/>
              </a:ext>
            </a:extLst>
          </p:cNvPr>
          <p:cNvSpPr txBox="1"/>
          <p:nvPr/>
        </p:nvSpPr>
        <p:spPr>
          <a:xfrm>
            <a:off x="10913214" y="3271702"/>
            <a:ext cx="854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ja-JP" altLang="en-US" sz="900" kern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使用する</a:t>
            </a:r>
            <a:r>
              <a:rPr kumimoji="1" lang="en-US" altLang="ja-JP" sz="900" kern="0" dirty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...</a:t>
            </a:r>
            <a:endParaRPr kumimoji="1" lang="ja-JP" altLang="en-US" sz="900" kern="0">
              <a:solidFill>
                <a:srgbClr val="2A2A2A"/>
              </a:solidFill>
              <a:effectLst>
                <a:outerShdw blurRad="80197" dist="38099" dir="5820000" algn="tl" rotWithShape="0">
                  <a:prstClr val="black">
                    <a:alpha val="49000"/>
                  </a:prstClr>
                </a:outerShdw>
              </a:effectLst>
              <a:latin typeface="Osaka" panose="020B0600000000000000" pitchFamily="34" charset="-128"/>
              <a:ea typeface="Osaka" panose="020B0600000000000000" pitchFamily="34" charset="-128"/>
            </a:endParaRPr>
          </a:p>
        </p:txBody>
      </p:sp>
      <p:pic>
        <p:nvPicPr>
          <p:cNvPr id="68" name="図 67">
            <a:extLst>
              <a:ext uri="{FF2B5EF4-FFF2-40B4-BE49-F238E27FC236}">
                <a16:creationId xmlns:a16="http://schemas.microsoft.com/office/drawing/2014/main" id="{D96618FB-4CEC-4874-1AEF-4BB5EBBA226C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762487" y="3591411"/>
            <a:ext cx="1156009" cy="146683"/>
          </a:xfrm>
          <a:prstGeom prst="rect">
            <a:avLst/>
          </a:prstGeom>
          <a:effectLst>
            <a:outerShdw blurRad="46925" dist="38099" dir="4140000" algn="tl" rotWithShape="0">
              <a:prstClr val="black">
                <a:alpha val="0"/>
              </a:prstClr>
            </a:outerShdw>
          </a:effectLst>
        </p:spPr>
      </p:pic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3D4F8EDC-4C22-3B90-FB10-7030765E3E04}"/>
              </a:ext>
            </a:extLst>
          </p:cNvPr>
          <p:cNvSpPr txBox="1"/>
          <p:nvPr/>
        </p:nvSpPr>
        <p:spPr>
          <a:xfrm>
            <a:off x="10866305" y="3553564"/>
            <a:ext cx="9610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ja-JP" altLang="en-US" sz="900" kern="0">
                <a:solidFill>
                  <a:srgbClr val="9E9E9E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使用済みです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57E8C16-A584-FC28-78EF-B97A44A1EF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2" y="3864265"/>
            <a:ext cx="1156009" cy="153114"/>
          </a:xfrm>
          <a:prstGeom prst="rect">
            <a:avLst/>
          </a:prstGeom>
          <a:effectLst>
            <a:outerShdw blurRad="46925" dist="38099" dir="4140000" algn="tl" rotWithShape="0">
              <a:prstClr val="black">
                <a:alpha val="0"/>
              </a:prstClr>
            </a:outerShdw>
          </a:effec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04252F-4B6D-5B24-C2A7-226D888A90E6}"/>
              </a:ext>
            </a:extLst>
          </p:cNvPr>
          <p:cNvSpPr txBox="1"/>
          <p:nvPr/>
        </p:nvSpPr>
        <p:spPr>
          <a:xfrm>
            <a:off x="9685499" y="3832255"/>
            <a:ext cx="854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 kern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開</a:t>
            </a:r>
            <a:r>
              <a:rPr kumimoji="1" lang="en-US" altLang="ja-JP" sz="900" kern="0" dirty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    </a:t>
            </a:r>
            <a:r>
              <a:rPr kumimoji="1" lang="ja-JP" altLang="en-US" sz="900" kern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く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8C8E84A-6F34-312A-E31B-9BFACDCA2A8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762487" y="3867480"/>
            <a:ext cx="1156009" cy="146683"/>
          </a:xfrm>
          <a:prstGeom prst="rect">
            <a:avLst/>
          </a:prstGeom>
          <a:effectLst>
            <a:outerShdw blurRad="46925" dist="38099" dir="4140000" algn="tl" rotWithShape="0">
              <a:prstClr val="black">
                <a:alpha val="0"/>
              </a:prstClr>
            </a:outerShdw>
          </a:effec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5D79E87-7873-E44F-8CC6-8718986BC567}"/>
              </a:ext>
            </a:extLst>
          </p:cNvPr>
          <p:cNvSpPr txBox="1"/>
          <p:nvPr/>
        </p:nvSpPr>
        <p:spPr>
          <a:xfrm>
            <a:off x="10913214" y="3832255"/>
            <a:ext cx="854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kern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開</a:t>
            </a:r>
            <a:r>
              <a:rPr lang="en-US" altLang="ja-JP" sz="900" kern="0" dirty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    </a:t>
            </a:r>
            <a:r>
              <a:rPr lang="ja-JP" altLang="en-US" sz="900" kern="0">
                <a:solidFill>
                  <a:srgbClr val="2A2A2A"/>
                </a:solidFill>
                <a:effectLst>
                  <a:outerShdw blurRad="80197" dist="38099" dir="5820000" algn="tl" rotWithShape="0">
                    <a:prstClr val="black">
                      <a:alpha val="49000"/>
                    </a:prstClr>
                  </a:outerShdw>
                </a:effectLst>
                <a:latin typeface="Osaka" panose="020B0600000000000000" pitchFamily="34" charset="-128"/>
                <a:ea typeface="Osaka" panose="020B0600000000000000" pitchFamily="34" charset="-128"/>
              </a:rPr>
              <a:t>く</a:t>
            </a:r>
          </a:p>
        </p:txBody>
      </p:sp>
    </p:spTree>
    <p:extLst>
      <p:ext uri="{BB962C8B-B14F-4D97-AF65-F5344CB8AC3E}">
        <p14:creationId xmlns:p14="http://schemas.microsoft.com/office/powerpoint/2010/main" val="366174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図 43">
            <a:extLst>
              <a:ext uri="{FF2B5EF4-FFF2-40B4-BE49-F238E27FC236}">
                <a16:creationId xmlns:a16="http://schemas.microsoft.com/office/drawing/2014/main" id="{4DA47BED-547F-9D57-B735-5BB5875DFD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932"/>
          <a:stretch>
            <a:fillRect/>
          </a:stretch>
        </p:blipFill>
        <p:spPr>
          <a:xfrm>
            <a:off x="4059031" y="5995499"/>
            <a:ext cx="697138" cy="254000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06A405D5-F4D9-D36F-4022-91CEFBB333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8724" r="42295"/>
          <a:stretch>
            <a:fillRect/>
          </a:stretch>
        </p:blipFill>
        <p:spPr>
          <a:xfrm>
            <a:off x="3224744" y="5997560"/>
            <a:ext cx="1038822" cy="254000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B901EFBB-E435-78C8-C987-6EB918D7361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r="42788"/>
          <a:stretch>
            <a:fillRect/>
          </a:stretch>
        </p:blipFill>
        <p:spPr>
          <a:xfrm>
            <a:off x="2187001" y="5997297"/>
            <a:ext cx="1213424" cy="254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103F448-8CDB-76C4-F6C9-88ED1C227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32" y="190479"/>
            <a:ext cx="7607300" cy="3175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666C314-0FE1-F8DF-6104-FDECF75833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32" y="633392"/>
            <a:ext cx="7607300" cy="3175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BD1076B-E163-FC66-A4DC-6DA94F23A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5912" y="14687"/>
            <a:ext cx="4904493" cy="341431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742B2E4-858A-2D24-F851-D6C804DC574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234" t="23818" r="36011" b="71368"/>
          <a:stretch>
            <a:fillRect/>
          </a:stretch>
        </p:blipFill>
        <p:spPr>
          <a:xfrm>
            <a:off x="2260619" y="4330582"/>
            <a:ext cx="2111375" cy="254922"/>
          </a:xfrm>
          <a:custGeom>
            <a:avLst/>
            <a:gdLst>
              <a:gd name="connsiteX0" fmla="*/ 0 w 2111375"/>
              <a:gd name="connsiteY0" fmla="*/ 0 h 254922"/>
              <a:gd name="connsiteX1" fmla="*/ 2111375 w 2111375"/>
              <a:gd name="connsiteY1" fmla="*/ 0 h 254922"/>
              <a:gd name="connsiteX2" fmla="*/ 2111375 w 2111375"/>
              <a:gd name="connsiteY2" fmla="*/ 254922 h 254922"/>
              <a:gd name="connsiteX3" fmla="*/ 0 w 2111375"/>
              <a:gd name="connsiteY3" fmla="*/ 254922 h 25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1375" h="254922">
                <a:moveTo>
                  <a:pt x="0" y="0"/>
                </a:moveTo>
                <a:lnTo>
                  <a:pt x="2111375" y="0"/>
                </a:lnTo>
                <a:lnTo>
                  <a:pt x="2111375" y="254922"/>
                </a:lnTo>
                <a:lnTo>
                  <a:pt x="0" y="254922"/>
                </a:lnTo>
                <a:close/>
              </a:path>
            </a:pathLst>
          </a:cu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E0DFD4C-65F8-BB53-11A7-812EAD87C57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234" t="23818" r="36011" b="71368"/>
          <a:stretch>
            <a:fillRect/>
          </a:stretch>
        </p:blipFill>
        <p:spPr>
          <a:xfrm>
            <a:off x="2390794" y="3955128"/>
            <a:ext cx="2111375" cy="254922"/>
          </a:xfrm>
          <a:custGeom>
            <a:avLst/>
            <a:gdLst>
              <a:gd name="connsiteX0" fmla="*/ 0 w 2111375"/>
              <a:gd name="connsiteY0" fmla="*/ 0 h 254922"/>
              <a:gd name="connsiteX1" fmla="*/ 2111375 w 2111375"/>
              <a:gd name="connsiteY1" fmla="*/ 0 h 254922"/>
              <a:gd name="connsiteX2" fmla="*/ 2111375 w 2111375"/>
              <a:gd name="connsiteY2" fmla="*/ 254922 h 254922"/>
              <a:gd name="connsiteX3" fmla="*/ 0 w 2111375"/>
              <a:gd name="connsiteY3" fmla="*/ 254922 h 25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1375" h="254922">
                <a:moveTo>
                  <a:pt x="0" y="0"/>
                </a:moveTo>
                <a:lnTo>
                  <a:pt x="2111375" y="0"/>
                </a:lnTo>
                <a:lnTo>
                  <a:pt x="2111375" y="254922"/>
                </a:lnTo>
                <a:lnTo>
                  <a:pt x="0" y="254922"/>
                </a:lnTo>
                <a:close/>
              </a:path>
            </a:pathLst>
          </a:cu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A8B17E3-E295-42D2-CE58-660C3455FA6E}"/>
              </a:ext>
            </a:extLst>
          </p:cNvPr>
          <p:cNvSpPr/>
          <p:nvPr/>
        </p:nvSpPr>
        <p:spPr>
          <a:xfrm>
            <a:off x="4502169" y="4000500"/>
            <a:ext cx="863600" cy="9604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84E98423-A16C-484B-7B28-59AD5A2C4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032" y="4752330"/>
            <a:ext cx="2120900" cy="2540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1A5CF830-99C5-EC80-F519-5B8B2ED13EB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234" t="23818" r="36011" b="71368"/>
          <a:stretch>
            <a:fillRect/>
          </a:stretch>
        </p:blipFill>
        <p:spPr>
          <a:xfrm>
            <a:off x="1033952" y="2773199"/>
            <a:ext cx="2111375" cy="254922"/>
          </a:xfrm>
          <a:custGeom>
            <a:avLst/>
            <a:gdLst>
              <a:gd name="connsiteX0" fmla="*/ 0 w 2111375"/>
              <a:gd name="connsiteY0" fmla="*/ 0 h 254922"/>
              <a:gd name="connsiteX1" fmla="*/ 2111375 w 2111375"/>
              <a:gd name="connsiteY1" fmla="*/ 0 h 254922"/>
              <a:gd name="connsiteX2" fmla="*/ 2111375 w 2111375"/>
              <a:gd name="connsiteY2" fmla="*/ 254922 h 254922"/>
              <a:gd name="connsiteX3" fmla="*/ 0 w 2111375"/>
              <a:gd name="connsiteY3" fmla="*/ 254922 h 25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1375" h="254922">
                <a:moveTo>
                  <a:pt x="0" y="0"/>
                </a:moveTo>
                <a:lnTo>
                  <a:pt x="2111375" y="0"/>
                </a:lnTo>
                <a:lnTo>
                  <a:pt x="2111375" y="254922"/>
                </a:lnTo>
                <a:lnTo>
                  <a:pt x="0" y="254922"/>
                </a:lnTo>
                <a:close/>
              </a:path>
            </a:pathLst>
          </a:cu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ACF67A41-07E2-4D5A-86D3-A059D92392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637" r="9806"/>
          <a:stretch>
            <a:fillRect/>
          </a:stretch>
        </p:blipFill>
        <p:spPr>
          <a:xfrm>
            <a:off x="1162826" y="2774121"/>
            <a:ext cx="1138219" cy="25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4A9E8B2F-47A0-8D34-99BC-75FD17CD45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05" r="51872"/>
          <a:stretch>
            <a:fillRect/>
          </a:stretch>
        </p:blipFill>
        <p:spPr>
          <a:xfrm>
            <a:off x="2429919" y="2774121"/>
            <a:ext cx="547402" cy="254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DB8EE514-5F88-C266-CA4D-F3C5E41C2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032" y="5130339"/>
            <a:ext cx="2108200" cy="254000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F4BC837-91BD-29B7-2836-89D7484D96CF}"/>
              </a:ext>
            </a:extLst>
          </p:cNvPr>
          <p:cNvSpPr txBox="1"/>
          <p:nvPr/>
        </p:nvSpPr>
        <p:spPr>
          <a:xfrm>
            <a:off x="3274201" y="302812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rgbClr val="363636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ディスプレイ</a:t>
            </a: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FF459862-5863-3C5C-19AB-2772A0699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170"/>
          <a:stretch>
            <a:fillRect/>
          </a:stretch>
        </p:blipFill>
        <p:spPr>
          <a:xfrm>
            <a:off x="2187001" y="5633965"/>
            <a:ext cx="924022" cy="254000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790C8C38-6EF6-3F5B-BB7E-2E0A1568A8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10" r="38723"/>
          <a:stretch>
            <a:fillRect/>
          </a:stretch>
        </p:blipFill>
        <p:spPr>
          <a:xfrm>
            <a:off x="2860079" y="5633965"/>
            <a:ext cx="254382" cy="254000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A25A82B-1947-3535-5E6D-ED2DBCC2D4FD}"/>
              </a:ext>
            </a:extLst>
          </p:cNvPr>
          <p:cNvSpPr txBox="1"/>
          <p:nvPr/>
        </p:nvSpPr>
        <p:spPr>
          <a:xfrm>
            <a:off x="2260619" y="561753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solidFill>
                  <a:srgbClr val="363636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はじめに</a:t>
            </a: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803AD11F-0408-6EFF-90D9-A5D32BB1DC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6" r="38446"/>
          <a:stretch>
            <a:fillRect/>
          </a:stretch>
        </p:blipFill>
        <p:spPr>
          <a:xfrm>
            <a:off x="3114461" y="5633965"/>
            <a:ext cx="862835" cy="254000"/>
          </a:xfrm>
          <a:prstGeom prst="rect">
            <a:avLst/>
          </a:prstGeom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D29B381-38F9-E153-3759-11222FA658D0}"/>
              </a:ext>
            </a:extLst>
          </p:cNvPr>
          <p:cNvSpPr txBox="1"/>
          <p:nvPr/>
        </p:nvSpPr>
        <p:spPr>
          <a:xfrm>
            <a:off x="3138450" y="562493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solidFill>
                  <a:srgbClr val="363636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各種設定</a:t>
            </a: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AA66BD3B-0FFD-B5F9-689F-0A6FA01A89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270"/>
          <a:stretch>
            <a:fillRect/>
          </a:stretch>
        </p:blipFill>
        <p:spPr>
          <a:xfrm>
            <a:off x="3970420" y="5632999"/>
            <a:ext cx="800220" cy="254000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59B1BA4-5131-69D1-9E2F-C8CF210E1A76}"/>
              </a:ext>
            </a:extLst>
          </p:cNvPr>
          <p:cNvSpPr txBox="1"/>
          <p:nvPr/>
        </p:nvSpPr>
        <p:spPr>
          <a:xfrm>
            <a:off x="4102575" y="562493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solidFill>
                  <a:srgbClr val="363636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情報</a:t>
            </a:r>
            <a:endParaRPr kumimoji="1" lang="ja-JP" altLang="en-US" sz="1200">
              <a:solidFill>
                <a:srgbClr val="363636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282927D-EFED-6FFC-EBC1-017B19C3C262}"/>
              </a:ext>
            </a:extLst>
          </p:cNvPr>
          <p:cNvSpPr txBox="1"/>
          <p:nvPr/>
        </p:nvSpPr>
        <p:spPr>
          <a:xfrm>
            <a:off x="2260619" y="598183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solidFill>
                  <a:srgbClr val="363636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はじめに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349F6FB-750B-F583-2E63-E97E4B92148F}"/>
              </a:ext>
            </a:extLst>
          </p:cNvPr>
          <p:cNvSpPr txBox="1"/>
          <p:nvPr/>
        </p:nvSpPr>
        <p:spPr>
          <a:xfrm>
            <a:off x="3138450" y="598923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>
                <a:solidFill>
                  <a:srgbClr val="363636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各種設定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831BE13-B025-0F95-B8E1-E7523236D558}"/>
              </a:ext>
            </a:extLst>
          </p:cNvPr>
          <p:cNvSpPr txBox="1"/>
          <p:nvPr/>
        </p:nvSpPr>
        <p:spPr>
          <a:xfrm>
            <a:off x="4102575" y="598923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solidFill>
                  <a:srgbClr val="363636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rPr>
              <a:t>情報</a:t>
            </a:r>
            <a:endParaRPr kumimoji="1" lang="ja-JP" altLang="en-US" sz="1200">
              <a:solidFill>
                <a:srgbClr val="363636"/>
              </a:solidFill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05A6AA92-B703-F60C-4D27-5AB5688F38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6950" y="3257550"/>
            <a:ext cx="25781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3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C70F1EA5-407B-6DBA-06D3-CB5E95D2A5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988" t="27090" r="5997" b="5868"/>
          <a:stretch>
            <a:fillRect/>
          </a:stretch>
        </p:blipFill>
        <p:spPr>
          <a:xfrm>
            <a:off x="1394493" y="-10273"/>
            <a:ext cx="1331903" cy="2143593"/>
          </a:xfrm>
          <a:custGeom>
            <a:avLst/>
            <a:gdLst>
              <a:gd name="connsiteX0" fmla="*/ 0 w 436970"/>
              <a:gd name="connsiteY0" fmla="*/ 0 h 3390563"/>
              <a:gd name="connsiteX1" fmla="*/ 436970 w 436970"/>
              <a:gd name="connsiteY1" fmla="*/ 0 h 3390563"/>
              <a:gd name="connsiteX2" fmla="*/ 436970 w 436970"/>
              <a:gd name="connsiteY2" fmla="*/ 3390563 h 3390563"/>
              <a:gd name="connsiteX3" fmla="*/ 0 w 436970"/>
              <a:gd name="connsiteY3" fmla="*/ 3390563 h 3390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970" h="3390563">
                <a:moveTo>
                  <a:pt x="0" y="0"/>
                </a:moveTo>
                <a:lnTo>
                  <a:pt x="436970" y="0"/>
                </a:lnTo>
                <a:lnTo>
                  <a:pt x="436970" y="3390563"/>
                </a:lnTo>
                <a:lnTo>
                  <a:pt x="0" y="3390563"/>
                </a:lnTo>
                <a:close/>
              </a:path>
            </a:pathLst>
          </a:cu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74E5CB7-3DF3-E60A-BD62-A1613210D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168" y="633392"/>
            <a:ext cx="4234580" cy="294794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AA865A3-6C51-000E-807E-2D1D61812F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9" t="19629" r="97094" b="1379"/>
          <a:stretch>
            <a:fillRect/>
          </a:stretch>
        </p:blipFill>
        <p:spPr>
          <a:xfrm>
            <a:off x="465935" y="2499685"/>
            <a:ext cx="6601976" cy="3719172"/>
          </a:xfrm>
          <a:custGeom>
            <a:avLst/>
            <a:gdLst>
              <a:gd name="connsiteX0" fmla="*/ 0 w 147234"/>
              <a:gd name="connsiteY0" fmla="*/ 0 h 3994916"/>
              <a:gd name="connsiteX1" fmla="*/ 147234 w 147234"/>
              <a:gd name="connsiteY1" fmla="*/ 0 h 3994916"/>
              <a:gd name="connsiteX2" fmla="*/ 147234 w 147234"/>
              <a:gd name="connsiteY2" fmla="*/ 3994916 h 3994916"/>
              <a:gd name="connsiteX3" fmla="*/ 0 w 147234"/>
              <a:gd name="connsiteY3" fmla="*/ 3994916 h 3994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234" h="3994916">
                <a:moveTo>
                  <a:pt x="0" y="0"/>
                </a:moveTo>
                <a:lnTo>
                  <a:pt x="147234" y="0"/>
                </a:lnTo>
                <a:lnTo>
                  <a:pt x="147234" y="3994916"/>
                </a:lnTo>
                <a:lnTo>
                  <a:pt x="0" y="3994916"/>
                </a:lnTo>
                <a:close/>
              </a:path>
            </a:pathLst>
          </a:cu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433232C1-7C99-9215-A722-CB9646CC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32" y="2227873"/>
            <a:ext cx="6650432" cy="27756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BD5DE79-08FC-D2CE-D741-2DEAB026AD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03" y="1624187"/>
            <a:ext cx="6650428" cy="277564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93EFB4B-E29E-E04C-8F6C-9BC57F9CF2B5}"/>
              </a:ext>
            </a:extLst>
          </p:cNvPr>
          <p:cNvSpPr/>
          <p:nvPr/>
        </p:nvSpPr>
        <p:spPr>
          <a:xfrm>
            <a:off x="465935" y="2495860"/>
            <a:ext cx="6601976" cy="90031"/>
          </a:xfrm>
          <a:prstGeom prst="rect">
            <a:avLst/>
          </a:prstGeom>
          <a:gradFill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E2097B24-FB58-74B4-3719-73188AB2C980}"/>
              </a:ext>
            </a:extLst>
          </p:cNvPr>
          <p:cNvSpPr/>
          <p:nvPr/>
        </p:nvSpPr>
        <p:spPr>
          <a:xfrm>
            <a:off x="750883" y="2912013"/>
            <a:ext cx="6040209" cy="3142278"/>
          </a:xfrm>
          <a:prstGeom prst="roundRect">
            <a:avLst>
              <a:gd name="adj" fmla="val 2316"/>
            </a:avLst>
          </a:prstGeom>
          <a:blipFill dpi="0" rotWithShape="1">
            <a:blip r:embed="rId6"/>
            <a:srcRect/>
            <a:stretch>
              <a:fillRect l="-10000"/>
            </a:stretch>
          </a:blipFill>
          <a:ln>
            <a:solidFill>
              <a:schemeClr val="bg2">
                <a:lumMod val="75000"/>
              </a:schemeClr>
            </a:solidFill>
          </a:ln>
          <a:effectLst>
            <a:innerShdw blurRad="88900" dist="38100" dir="16200000">
              <a:prstClr val="black">
                <a:alpha val="16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B52F7C32-E4C5-3408-791D-AEC4AB8B43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164" t="27090" r="6642" b="7592"/>
          <a:stretch>
            <a:fillRect/>
          </a:stretch>
        </p:blipFill>
        <p:spPr>
          <a:xfrm>
            <a:off x="3950207" y="-49714"/>
            <a:ext cx="928627" cy="2088481"/>
          </a:xfrm>
          <a:custGeom>
            <a:avLst/>
            <a:gdLst>
              <a:gd name="connsiteX0" fmla="*/ 0 w 436970"/>
              <a:gd name="connsiteY0" fmla="*/ 0 h 3390563"/>
              <a:gd name="connsiteX1" fmla="*/ 436970 w 436970"/>
              <a:gd name="connsiteY1" fmla="*/ 0 h 3390563"/>
              <a:gd name="connsiteX2" fmla="*/ 436970 w 436970"/>
              <a:gd name="connsiteY2" fmla="*/ 3390563 h 3390563"/>
              <a:gd name="connsiteX3" fmla="*/ 0 w 436970"/>
              <a:gd name="connsiteY3" fmla="*/ 3390563 h 3390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970" h="3390563">
                <a:moveTo>
                  <a:pt x="0" y="0"/>
                </a:moveTo>
                <a:lnTo>
                  <a:pt x="436970" y="0"/>
                </a:lnTo>
                <a:lnTo>
                  <a:pt x="436970" y="3390563"/>
                </a:lnTo>
                <a:lnTo>
                  <a:pt x="0" y="3390563"/>
                </a:lnTo>
                <a:close/>
              </a:path>
            </a:pathLst>
          </a:cu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3F40010B-5C20-B15F-AF55-5B8F42D313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719" r="999" b="22068"/>
          <a:stretch>
            <a:fillRect/>
          </a:stretch>
        </p:blipFill>
        <p:spPr>
          <a:xfrm>
            <a:off x="2158485" y="2776256"/>
            <a:ext cx="2961696" cy="287330"/>
          </a:xfrm>
          <a:custGeom>
            <a:avLst/>
            <a:gdLst>
              <a:gd name="connsiteX0" fmla="*/ 97640 w 6293610"/>
              <a:gd name="connsiteY0" fmla="*/ 0 h 610576"/>
              <a:gd name="connsiteX1" fmla="*/ 6191845 w 6293610"/>
              <a:gd name="connsiteY1" fmla="*/ 0 h 610576"/>
              <a:gd name="connsiteX2" fmla="*/ 6293610 w 6293610"/>
              <a:gd name="connsiteY2" fmla="*/ 101765 h 610576"/>
              <a:gd name="connsiteX3" fmla="*/ 6293610 w 6293610"/>
              <a:gd name="connsiteY3" fmla="*/ 508811 h 610576"/>
              <a:gd name="connsiteX4" fmla="*/ 6191845 w 6293610"/>
              <a:gd name="connsiteY4" fmla="*/ 610576 h 610576"/>
              <a:gd name="connsiteX5" fmla="*/ 97640 w 6293610"/>
              <a:gd name="connsiteY5" fmla="*/ 610576 h 610576"/>
              <a:gd name="connsiteX6" fmla="*/ 3872 w 6293610"/>
              <a:gd name="connsiteY6" fmla="*/ 548423 h 610576"/>
              <a:gd name="connsiteX7" fmla="*/ 0 w 6293610"/>
              <a:gd name="connsiteY7" fmla="*/ 529243 h 610576"/>
              <a:gd name="connsiteX8" fmla="*/ 0 w 6293610"/>
              <a:gd name="connsiteY8" fmla="*/ 81334 h 610576"/>
              <a:gd name="connsiteX9" fmla="*/ 3872 w 6293610"/>
              <a:gd name="connsiteY9" fmla="*/ 62154 h 610576"/>
              <a:gd name="connsiteX10" fmla="*/ 97640 w 6293610"/>
              <a:gd name="connsiteY10" fmla="*/ 0 h 61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93610" h="610576">
                <a:moveTo>
                  <a:pt x="97640" y="0"/>
                </a:moveTo>
                <a:lnTo>
                  <a:pt x="6191845" y="0"/>
                </a:lnTo>
                <a:cubicBezTo>
                  <a:pt x="6248048" y="0"/>
                  <a:pt x="6293610" y="45562"/>
                  <a:pt x="6293610" y="101765"/>
                </a:cubicBezTo>
                <a:lnTo>
                  <a:pt x="6293610" y="508811"/>
                </a:lnTo>
                <a:cubicBezTo>
                  <a:pt x="6293610" y="565014"/>
                  <a:pt x="6248048" y="610576"/>
                  <a:pt x="6191845" y="610576"/>
                </a:cubicBezTo>
                <a:lnTo>
                  <a:pt x="97640" y="610576"/>
                </a:lnTo>
                <a:cubicBezTo>
                  <a:pt x="55488" y="610576"/>
                  <a:pt x="19321" y="584947"/>
                  <a:pt x="3872" y="548423"/>
                </a:cubicBezTo>
                <a:lnTo>
                  <a:pt x="0" y="529243"/>
                </a:lnTo>
                <a:lnTo>
                  <a:pt x="0" y="81334"/>
                </a:lnTo>
                <a:lnTo>
                  <a:pt x="3872" y="62154"/>
                </a:lnTo>
                <a:cubicBezTo>
                  <a:pt x="19321" y="25629"/>
                  <a:pt x="55488" y="0"/>
                  <a:pt x="97640" y="0"/>
                </a:cubicBezTo>
                <a:close/>
              </a:path>
            </a:pathLst>
          </a:custGeom>
          <a:ln w="635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25400" dist="127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A52D1A4F-99D0-0982-2D62-96F4215472A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6188" b="4667"/>
          <a:stretch>
            <a:fillRect/>
          </a:stretch>
        </p:blipFill>
        <p:spPr>
          <a:xfrm>
            <a:off x="5552835" y="2227873"/>
            <a:ext cx="6057900" cy="280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3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F819CC6-4296-8AD0-4137-2962D33F7200}"/>
              </a:ext>
            </a:extLst>
          </p:cNvPr>
          <p:cNvSpPr/>
          <p:nvPr/>
        </p:nvSpPr>
        <p:spPr>
          <a:xfrm>
            <a:off x="-218661" y="-278296"/>
            <a:ext cx="7215809" cy="4691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D4B7E8A-05EE-CA99-11BA-480334D9342A}"/>
              </a:ext>
            </a:extLst>
          </p:cNvPr>
          <p:cNvSpPr/>
          <p:nvPr/>
        </p:nvSpPr>
        <p:spPr>
          <a:xfrm>
            <a:off x="4668240" y="2257704"/>
            <a:ext cx="7215809" cy="4691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0E21741-1C26-146F-AB9A-C36146A0D9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9" t="19629" r="97094" b="1379"/>
          <a:stretch>
            <a:fillRect/>
          </a:stretch>
        </p:blipFill>
        <p:spPr>
          <a:xfrm>
            <a:off x="23003" y="271812"/>
            <a:ext cx="6601976" cy="3719172"/>
          </a:xfrm>
          <a:custGeom>
            <a:avLst/>
            <a:gdLst>
              <a:gd name="connsiteX0" fmla="*/ 0 w 147234"/>
              <a:gd name="connsiteY0" fmla="*/ 0 h 3994916"/>
              <a:gd name="connsiteX1" fmla="*/ 147234 w 147234"/>
              <a:gd name="connsiteY1" fmla="*/ 0 h 3994916"/>
              <a:gd name="connsiteX2" fmla="*/ 147234 w 147234"/>
              <a:gd name="connsiteY2" fmla="*/ 3994916 h 3994916"/>
              <a:gd name="connsiteX3" fmla="*/ 0 w 147234"/>
              <a:gd name="connsiteY3" fmla="*/ 3994916 h 3994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234" h="3994916">
                <a:moveTo>
                  <a:pt x="0" y="0"/>
                </a:moveTo>
                <a:lnTo>
                  <a:pt x="147234" y="0"/>
                </a:lnTo>
                <a:lnTo>
                  <a:pt x="147234" y="3994916"/>
                </a:lnTo>
                <a:lnTo>
                  <a:pt x="0" y="3994916"/>
                </a:lnTo>
                <a:close/>
              </a:path>
            </a:pathLst>
          </a:cu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6AD88F5-2E62-8D53-17E8-B92676DB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50432" cy="27756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6EB6A82-59E7-850D-E8EB-054169948272}"/>
              </a:ext>
            </a:extLst>
          </p:cNvPr>
          <p:cNvSpPr/>
          <p:nvPr/>
        </p:nvSpPr>
        <p:spPr>
          <a:xfrm>
            <a:off x="23003" y="267987"/>
            <a:ext cx="6601976" cy="90031"/>
          </a:xfrm>
          <a:prstGeom prst="rect">
            <a:avLst/>
          </a:prstGeom>
          <a:gradFill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348B55DA-93C6-5ADB-F5BD-1670B8291E29}"/>
              </a:ext>
            </a:extLst>
          </p:cNvPr>
          <p:cNvSpPr/>
          <p:nvPr/>
        </p:nvSpPr>
        <p:spPr>
          <a:xfrm>
            <a:off x="307951" y="684140"/>
            <a:ext cx="6040209" cy="3142278"/>
          </a:xfrm>
          <a:prstGeom prst="roundRect">
            <a:avLst>
              <a:gd name="adj" fmla="val 2316"/>
            </a:avLst>
          </a:prstGeom>
          <a:blipFill dpi="0" rotWithShape="1">
            <a:blip r:embed="rId4"/>
            <a:srcRect/>
            <a:stretch>
              <a:fillRect l="-10000"/>
            </a:stretch>
          </a:blipFill>
          <a:ln>
            <a:solidFill>
              <a:schemeClr val="bg2">
                <a:lumMod val="75000"/>
              </a:schemeClr>
            </a:solidFill>
          </a:ln>
          <a:effectLst>
            <a:innerShdw blurRad="88900" dist="38100" dir="16200000">
              <a:prstClr val="black">
                <a:alpha val="16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FB6091F-67AA-BD09-2F39-8088DFB8D9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19" r="999" b="22068"/>
          <a:stretch>
            <a:fillRect/>
          </a:stretch>
        </p:blipFill>
        <p:spPr>
          <a:xfrm>
            <a:off x="1715553" y="548383"/>
            <a:ext cx="2961696" cy="287330"/>
          </a:xfrm>
          <a:custGeom>
            <a:avLst/>
            <a:gdLst>
              <a:gd name="connsiteX0" fmla="*/ 97640 w 6293610"/>
              <a:gd name="connsiteY0" fmla="*/ 0 h 610576"/>
              <a:gd name="connsiteX1" fmla="*/ 6191845 w 6293610"/>
              <a:gd name="connsiteY1" fmla="*/ 0 h 610576"/>
              <a:gd name="connsiteX2" fmla="*/ 6293610 w 6293610"/>
              <a:gd name="connsiteY2" fmla="*/ 101765 h 610576"/>
              <a:gd name="connsiteX3" fmla="*/ 6293610 w 6293610"/>
              <a:gd name="connsiteY3" fmla="*/ 508811 h 610576"/>
              <a:gd name="connsiteX4" fmla="*/ 6191845 w 6293610"/>
              <a:gd name="connsiteY4" fmla="*/ 610576 h 610576"/>
              <a:gd name="connsiteX5" fmla="*/ 97640 w 6293610"/>
              <a:gd name="connsiteY5" fmla="*/ 610576 h 610576"/>
              <a:gd name="connsiteX6" fmla="*/ 3872 w 6293610"/>
              <a:gd name="connsiteY6" fmla="*/ 548423 h 610576"/>
              <a:gd name="connsiteX7" fmla="*/ 0 w 6293610"/>
              <a:gd name="connsiteY7" fmla="*/ 529243 h 610576"/>
              <a:gd name="connsiteX8" fmla="*/ 0 w 6293610"/>
              <a:gd name="connsiteY8" fmla="*/ 81334 h 610576"/>
              <a:gd name="connsiteX9" fmla="*/ 3872 w 6293610"/>
              <a:gd name="connsiteY9" fmla="*/ 62154 h 610576"/>
              <a:gd name="connsiteX10" fmla="*/ 97640 w 6293610"/>
              <a:gd name="connsiteY10" fmla="*/ 0 h 61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93610" h="610576">
                <a:moveTo>
                  <a:pt x="97640" y="0"/>
                </a:moveTo>
                <a:lnTo>
                  <a:pt x="6191845" y="0"/>
                </a:lnTo>
                <a:cubicBezTo>
                  <a:pt x="6248048" y="0"/>
                  <a:pt x="6293610" y="45562"/>
                  <a:pt x="6293610" y="101765"/>
                </a:cubicBezTo>
                <a:lnTo>
                  <a:pt x="6293610" y="508811"/>
                </a:lnTo>
                <a:cubicBezTo>
                  <a:pt x="6293610" y="565014"/>
                  <a:pt x="6248048" y="610576"/>
                  <a:pt x="6191845" y="610576"/>
                </a:cubicBezTo>
                <a:lnTo>
                  <a:pt x="97640" y="610576"/>
                </a:lnTo>
                <a:cubicBezTo>
                  <a:pt x="55488" y="610576"/>
                  <a:pt x="19321" y="584947"/>
                  <a:pt x="3872" y="548423"/>
                </a:cubicBezTo>
                <a:lnTo>
                  <a:pt x="0" y="529243"/>
                </a:lnTo>
                <a:lnTo>
                  <a:pt x="0" y="81334"/>
                </a:lnTo>
                <a:lnTo>
                  <a:pt x="3872" y="62154"/>
                </a:lnTo>
                <a:cubicBezTo>
                  <a:pt x="19321" y="25629"/>
                  <a:pt x="55488" y="0"/>
                  <a:pt x="97640" y="0"/>
                </a:cubicBezTo>
                <a:close/>
              </a:path>
            </a:pathLst>
          </a:custGeom>
          <a:ln w="635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25400" dist="127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98C1CD0-0CFA-5405-D7DC-5C7D2FCE34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9" t="19629" r="97094" b="1379"/>
          <a:stretch>
            <a:fillRect/>
          </a:stretch>
        </p:blipFill>
        <p:spPr>
          <a:xfrm>
            <a:off x="4884451" y="2807812"/>
            <a:ext cx="6601976" cy="3719172"/>
          </a:xfrm>
          <a:custGeom>
            <a:avLst/>
            <a:gdLst>
              <a:gd name="connsiteX0" fmla="*/ 0 w 147234"/>
              <a:gd name="connsiteY0" fmla="*/ 0 h 3994916"/>
              <a:gd name="connsiteX1" fmla="*/ 147234 w 147234"/>
              <a:gd name="connsiteY1" fmla="*/ 0 h 3994916"/>
              <a:gd name="connsiteX2" fmla="*/ 147234 w 147234"/>
              <a:gd name="connsiteY2" fmla="*/ 3994916 h 3994916"/>
              <a:gd name="connsiteX3" fmla="*/ 0 w 147234"/>
              <a:gd name="connsiteY3" fmla="*/ 3994916 h 3994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234" h="3994916">
                <a:moveTo>
                  <a:pt x="0" y="0"/>
                </a:moveTo>
                <a:lnTo>
                  <a:pt x="147234" y="0"/>
                </a:lnTo>
                <a:lnTo>
                  <a:pt x="147234" y="3994916"/>
                </a:lnTo>
                <a:lnTo>
                  <a:pt x="0" y="3994916"/>
                </a:lnTo>
                <a:close/>
              </a:path>
            </a:pathLst>
          </a:cu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0EA9625-3361-F01F-2FBA-C08BA359B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53" y="0"/>
            <a:ext cx="6650432" cy="277564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7EF583D-0279-1D56-E600-C74194F12D8C}"/>
              </a:ext>
            </a:extLst>
          </p:cNvPr>
          <p:cNvSpPr/>
          <p:nvPr/>
        </p:nvSpPr>
        <p:spPr>
          <a:xfrm>
            <a:off x="4884451" y="2803987"/>
            <a:ext cx="6601976" cy="90031"/>
          </a:xfrm>
          <a:prstGeom prst="rect">
            <a:avLst/>
          </a:prstGeom>
          <a:gradFill>
            <a:gsLst>
              <a:gs pos="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EE128F59-517D-5EB7-C339-4A7B1D0D3C5B}"/>
              </a:ext>
            </a:extLst>
          </p:cNvPr>
          <p:cNvSpPr/>
          <p:nvPr/>
        </p:nvSpPr>
        <p:spPr>
          <a:xfrm>
            <a:off x="5169399" y="3220140"/>
            <a:ext cx="6040209" cy="3142278"/>
          </a:xfrm>
          <a:prstGeom prst="roundRect">
            <a:avLst>
              <a:gd name="adj" fmla="val 2316"/>
            </a:avLst>
          </a:prstGeom>
          <a:blipFill dpi="0" rotWithShape="1">
            <a:blip r:embed="rId4"/>
            <a:srcRect/>
            <a:stretch>
              <a:fillRect l="-10000"/>
            </a:stretch>
          </a:blipFill>
          <a:ln>
            <a:solidFill>
              <a:schemeClr val="bg2">
                <a:lumMod val="75000"/>
              </a:schemeClr>
            </a:solidFill>
          </a:ln>
          <a:effectLst>
            <a:innerShdw blurRad="88900" dist="38100" dir="16200000">
              <a:prstClr val="black">
                <a:alpha val="16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7011E69-AB1E-4D36-55F2-751E86CA43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19" r="999" b="22068"/>
          <a:stretch>
            <a:fillRect/>
          </a:stretch>
        </p:blipFill>
        <p:spPr>
          <a:xfrm>
            <a:off x="6577001" y="3084383"/>
            <a:ext cx="2961696" cy="287330"/>
          </a:xfrm>
          <a:custGeom>
            <a:avLst/>
            <a:gdLst>
              <a:gd name="connsiteX0" fmla="*/ 97640 w 6293610"/>
              <a:gd name="connsiteY0" fmla="*/ 0 h 610576"/>
              <a:gd name="connsiteX1" fmla="*/ 6191845 w 6293610"/>
              <a:gd name="connsiteY1" fmla="*/ 0 h 610576"/>
              <a:gd name="connsiteX2" fmla="*/ 6293610 w 6293610"/>
              <a:gd name="connsiteY2" fmla="*/ 101765 h 610576"/>
              <a:gd name="connsiteX3" fmla="*/ 6293610 w 6293610"/>
              <a:gd name="connsiteY3" fmla="*/ 508811 h 610576"/>
              <a:gd name="connsiteX4" fmla="*/ 6191845 w 6293610"/>
              <a:gd name="connsiteY4" fmla="*/ 610576 h 610576"/>
              <a:gd name="connsiteX5" fmla="*/ 97640 w 6293610"/>
              <a:gd name="connsiteY5" fmla="*/ 610576 h 610576"/>
              <a:gd name="connsiteX6" fmla="*/ 3872 w 6293610"/>
              <a:gd name="connsiteY6" fmla="*/ 548423 h 610576"/>
              <a:gd name="connsiteX7" fmla="*/ 0 w 6293610"/>
              <a:gd name="connsiteY7" fmla="*/ 529243 h 610576"/>
              <a:gd name="connsiteX8" fmla="*/ 0 w 6293610"/>
              <a:gd name="connsiteY8" fmla="*/ 81334 h 610576"/>
              <a:gd name="connsiteX9" fmla="*/ 3872 w 6293610"/>
              <a:gd name="connsiteY9" fmla="*/ 62154 h 610576"/>
              <a:gd name="connsiteX10" fmla="*/ 97640 w 6293610"/>
              <a:gd name="connsiteY10" fmla="*/ 0 h 610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93610" h="610576">
                <a:moveTo>
                  <a:pt x="97640" y="0"/>
                </a:moveTo>
                <a:lnTo>
                  <a:pt x="6191845" y="0"/>
                </a:lnTo>
                <a:cubicBezTo>
                  <a:pt x="6248048" y="0"/>
                  <a:pt x="6293610" y="45562"/>
                  <a:pt x="6293610" y="101765"/>
                </a:cubicBezTo>
                <a:lnTo>
                  <a:pt x="6293610" y="508811"/>
                </a:lnTo>
                <a:cubicBezTo>
                  <a:pt x="6293610" y="565014"/>
                  <a:pt x="6248048" y="610576"/>
                  <a:pt x="6191845" y="610576"/>
                </a:cubicBezTo>
                <a:lnTo>
                  <a:pt x="97640" y="610576"/>
                </a:lnTo>
                <a:cubicBezTo>
                  <a:pt x="55488" y="610576"/>
                  <a:pt x="19321" y="584947"/>
                  <a:pt x="3872" y="548423"/>
                </a:cubicBezTo>
                <a:lnTo>
                  <a:pt x="0" y="529243"/>
                </a:lnTo>
                <a:lnTo>
                  <a:pt x="0" y="81334"/>
                </a:lnTo>
                <a:lnTo>
                  <a:pt x="3872" y="62154"/>
                </a:lnTo>
                <a:cubicBezTo>
                  <a:pt x="19321" y="25629"/>
                  <a:pt x="55488" y="0"/>
                  <a:pt x="97640" y="0"/>
                </a:cubicBezTo>
                <a:close/>
              </a:path>
            </a:pathLst>
          </a:custGeom>
          <a:ln w="635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25400" dist="127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A22E30E-5706-0783-A59D-158E4D70506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1452" y="2535223"/>
            <a:ext cx="6650428" cy="27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58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6E94EB3-C2B1-5223-905D-47AA51CCA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909" y="-1016650"/>
            <a:ext cx="4234580" cy="294794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081260F-F217-0D00-7BA9-E5767C93F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88" b="4667"/>
          <a:stretch>
            <a:fillRect/>
          </a:stretch>
        </p:blipFill>
        <p:spPr>
          <a:xfrm>
            <a:off x="38100" y="32757"/>
            <a:ext cx="6057900" cy="280771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DFB21B-BD69-D50B-5F28-D28BFD5A260B}"/>
              </a:ext>
            </a:extLst>
          </p:cNvPr>
          <p:cNvSpPr txBox="1"/>
          <p:nvPr/>
        </p:nvSpPr>
        <p:spPr>
          <a:xfrm>
            <a:off x="1646179" y="98846"/>
            <a:ext cx="256352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13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5" panose="020B0400000000000000" pitchFamily="34" charset="-128"/>
                <a:ea typeface="Hiragino Sans W5" panose="020B0400000000000000" pitchFamily="34" charset="-128"/>
              </a:rPr>
              <a:t>システム環境設定へようこそ！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CA544BC-8660-D29D-A956-0E7068010E82}"/>
              </a:ext>
            </a:extLst>
          </p:cNvPr>
          <p:cNvSpPr txBox="1"/>
          <p:nvPr/>
        </p:nvSpPr>
        <p:spPr>
          <a:xfrm>
            <a:off x="656140" y="457323"/>
            <a:ext cx="3518912" cy="98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699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ここでは、各種情報を閲覧、設定することができます。</a:t>
            </a:r>
            <a:endParaRPr kumimoji="1" lang="en-US" altLang="ja-JP" sz="1000" dirty="0">
              <a:solidFill>
                <a:srgbClr val="121212"/>
              </a:solidFill>
              <a:effectLst>
                <a:glow rad="12699">
                  <a:schemeClr val="tx1">
                    <a:alpha val="12538"/>
                  </a:schemeClr>
                </a:glow>
              </a:effectLst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699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また、プレイヤーオーバーライドの発動が可能です。</a:t>
            </a:r>
            <a:endParaRPr kumimoji="1" lang="en-US" altLang="ja-JP" sz="1000" dirty="0">
              <a:solidFill>
                <a:srgbClr val="121212"/>
              </a:solidFill>
              <a:effectLst>
                <a:glow rad="12699">
                  <a:schemeClr val="tx1">
                    <a:alpha val="12538"/>
                  </a:schemeClr>
                </a:glow>
              </a:effectLst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699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ギミックウインドウ</a:t>
            </a:r>
            <a:r>
              <a:rPr lang="ja-JP" altLang="en-US" sz="1000">
                <a:solidFill>
                  <a:srgbClr val="121212"/>
                </a:solidFill>
                <a:effectLst>
                  <a:glow rad="12699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はこのステージでは利用できません</a:t>
            </a:r>
            <a:r>
              <a:rPr kumimoji="1" lang="ja-JP" altLang="en-US" sz="1000">
                <a:solidFill>
                  <a:srgbClr val="121212"/>
                </a:solidFill>
                <a:effectLst>
                  <a:glow rad="12699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。</a:t>
            </a:r>
            <a:endParaRPr kumimoji="1" lang="en-US" altLang="ja-JP" sz="1000" dirty="0">
              <a:solidFill>
                <a:srgbClr val="121212"/>
              </a:solidFill>
              <a:effectLst>
                <a:glow rad="12699">
                  <a:schemeClr val="tx1">
                    <a:alpha val="12538"/>
                  </a:schemeClr>
                </a:glow>
              </a:effectLst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>
              <a:lnSpc>
                <a:spcPct val="150000"/>
              </a:lnSpc>
            </a:pPr>
            <a:endParaRPr kumimoji="1" lang="ja-JP" altLang="en-US" sz="1000">
              <a:solidFill>
                <a:srgbClr val="121212"/>
              </a:solidFill>
              <a:effectLst>
                <a:glow rad="12699">
                  <a:schemeClr val="tx1">
                    <a:alpha val="12538"/>
                  </a:schemeClr>
                </a:glow>
              </a:effectLst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EC54BCB-606A-7919-FE28-5A64E6CF6E28}"/>
              </a:ext>
            </a:extLst>
          </p:cNvPr>
          <p:cNvSpPr txBox="1"/>
          <p:nvPr/>
        </p:nvSpPr>
        <p:spPr>
          <a:xfrm>
            <a:off x="656140" y="1552424"/>
            <a:ext cx="19159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11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5" panose="020B0400000000000000" pitchFamily="34" charset="-128"/>
                <a:ea typeface="Hiragino Sans W5" panose="020B0400000000000000" pitchFamily="34" charset="-128"/>
              </a:rPr>
              <a:t>ギミックウインドウとは？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EF2F58E-1D24-D7B1-BB68-3F86473BAA26}"/>
              </a:ext>
            </a:extLst>
          </p:cNvPr>
          <p:cNvSpPr txBox="1"/>
          <p:nvPr/>
        </p:nvSpPr>
        <p:spPr>
          <a:xfrm>
            <a:off x="656140" y="1754468"/>
            <a:ext cx="4544834" cy="98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通常操作できない、ウインドウの回転角をはじめとした様々な効果を</a:t>
            </a:r>
            <a:endParaRPr kumimoji="1" lang="en-US" altLang="ja-JP" sz="10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ダイアログウインドウに付与できます。</a:t>
            </a:r>
            <a:endParaRPr kumimoji="1" lang="en-US" altLang="ja-JP" sz="10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ギミックウインドウを使うことでゲームを有利に進めることができますが、</a:t>
            </a:r>
            <a:endParaRPr lang="en-US" altLang="ja-JP" sz="10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使用された回数に応じてスコアは減点されます。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B5120CC1-7079-EB98-AC0F-78F7F4D7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88" b="4667"/>
          <a:stretch>
            <a:fillRect/>
          </a:stretch>
        </p:blipFill>
        <p:spPr>
          <a:xfrm>
            <a:off x="38100" y="2909313"/>
            <a:ext cx="6057900" cy="2807714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469F06B-2D53-AAE8-BEFC-513170525297}"/>
              </a:ext>
            </a:extLst>
          </p:cNvPr>
          <p:cNvSpPr txBox="1"/>
          <p:nvPr/>
        </p:nvSpPr>
        <p:spPr>
          <a:xfrm>
            <a:off x="886997" y="3250941"/>
            <a:ext cx="909223" cy="294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0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BGM</a:t>
            </a:r>
            <a:r>
              <a:rPr kumimoji="1" lang="ja-JP" altLang="en-US" sz="10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の音量</a:t>
            </a:r>
            <a:r>
              <a:rPr kumimoji="1" lang="en-US" altLang="ja-JP" sz="10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:</a:t>
            </a:r>
            <a:endParaRPr kumimoji="1" lang="ja-JP" altLang="en-US" sz="100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DAB6E09-DB67-53FB-7EBF-D166033DFD57}"/>
              </a:ext>
            </a:extLst>
          </p:cNvPr>
          <p:cNvSpPr txBox="1"/>
          <p:nvPr/>
        </p:nvSpPr>
        <p:spPr>
          <a:xfrm>
            <a:off x="567771" y="2943642"/>
            <a:ext cx="864339" cy="355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300" b="1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環境設定</a:t>
            </a:r>
          </a:p>
        </p:txBody>
      </p:sp>
      <p:sp>
        <p:nvSpPr>
          <p:cNvPr id="20" name="Rectangle: Rounded Corners 30">
            <a:extLst>
              <a:ext uri="{FF2B5EF4-FFF2-40B4-BE49-F238E27FC236}">
                <a16:creationId xmlns:a16="http://schemas.microsoft.com/office/drawing/2014/main" id="{18CFFFE6-E3BD-BBC9-0EC0-340F5DB7BD77}"/>
              </a:ext>
            </a:extLst>
          </p:cNvPr>
          <p:cNvSpPr/>
          <p:nvPr/>
        </p:nvSpPr>
        <p:spPr>
          <a:xfrm>
            <a:off x="2212589" y="3347539"/>
            <a:ext cx="1906043" cy="78451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>
            <a:innerShdw blurRad="66053" dist="12700" dir="16200000">
              <a:prstClr val="black">
                <a:alpha val="9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02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894D5AF-F589-57D4-189A-16C2BF7CAED7}"/>
              </a:ext>
            </a:extLst>
          </p:cNvPr>
          <p:cNvSpPr txBox="1"/>
          <p:nvPr/>
        </p:nvSpPr>
        <p:spPr>
          <a:xfrm>
            <a:off x="567771" y="3654043"/>
            <a:ext cx="2393604" cy="355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300" b="1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プレイヤー・オーバーライド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8151940-C57B-8306-CA93-06B538BCAAD8}"/>
              </a:ext>
            </a:extLst>
          </p:cNvPr>
          <p:cNvSpPr txBox="1"/>
          <p:nvPr/>
        </p:nvSpPr>
        <p:spPr>
          <a:xfrm>
            <a:off x="567771" y="3963005"/>
            <a:ext cx="5116996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プレイヤー・オーバーライド</a:t>
            </a:r>
            <a:r>
              <a:rPr kumimoji="1" lang="en-US" altLang="ja-JP" sz="9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kumimoji="1"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とは</a:t>
            </a:r>
            <a:r>
              <a:rPr kumimoji="1" lang="en-US" altLang="ja-JP" sz="9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 </a:t>
            </a:r>
            <a:r>
              <a:rPr kumimoji="1"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プレイヤーに特別な能力を一定時間付与するものです。</a:t>
            </a:r>
            <a:endParaRPr kumimoji="1" lang="en-US" altLang="ja-JP" sz="9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Sans W3" panose="020B0400000000000000" pitchFamily="34" charset="-128"/>
              <a:ea typeface="Hiragino Sans W3" panose="020B04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Sans W3" panose="020B0400000000000000" pitchFamily="34" charset="-128"/>
                <a:ea typeface="Hiragino Sans W3" panose="020B0400000000000000" pitchFamily="34" charset="-128"/>
              </a:rPr>
              <a:t>ゲーム中に一回のみ発動することができます。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55EB37E-8519-C9FA-37FB-97BFBE1CC0D6}"/>
              </a:ext>
            </a:extLst>
          </p:cNvPr>
          <p:cNvSpPr txBox="1"/>
          <p:nvPr/>
        </p:nvSpPr>
        <p:spPr>
          <a:xfrm>
            <a:off x="660733" y="4474835"/>
            <a:ext cx="1186543" cy="293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000" b="1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Lucida Grande" panose="020B0600040502020204" pitchFamily="34" charset="0"/>
                <a:ea typeface="Hiragino Kaku Gothic Pro W3" panose="020B0300000000000000" pitchFamily="34" charset="-128"/>
                <a:cs typeface="Lucida Grande" panose="020B0600040502020204" pitchFamily="34" charset="0"/>
              </a:rPr>
              <a:t>Quartz</a:t>
            </a:r>
            <a:r>
              <a:rPr kumimoji="1" lang="en-US" altLang="ja-JP" sz="1000" b="1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Lucida Grande" panose="020B0600040502020204" pitchFamily="34" charset="0"/>
                <a:ea typeface="Hiragino Kaku Gothic Pro W3" panose="020B0300000000000000" pitchFamily="34" charset="-128"/>
                <a:cs typeface="Lucida Grande" panose="020B0600040502020204" pitchFamily="34" charset="0"/>
              </a:rPr>
              <a:t> Domain</a:t>
            </a:r>
            <a:endParaRPr kumimoji="1" lang="ja-JP" altLang="en-US" sz="1000" b="1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Lucida Grande" panose="020B0600040502020204" pitchFamily="34" charset="0"/>
              <a:ea typeface="Hiragino Kaku Gothic Pro W3" panose="020B0300000000000000" pitchFamily="34" charset="-128"/>
              <a:cs typeface="Lucida Grande" panose="020B06000405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62587E9-4B0F-D32E-E1BD-77F4E61AA045}"/>
              </a:ext>
            </a:extLst>
          </p:cNvPr>
          <p:cNvSpPr txBox="1"/>
          <p:nvPr/>
        </p:nvSpPr>
        <p:spPr>
          <a:xfrm>
            <a:off x="660733" y="4675639"/>
            <a:ext cx="5116996" cy="27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敵の攻撃を中和する移動式の結界を展開します。</a:t>
            </a:r>
            <a:endParaRPr kumimoji="1" lang="ja-JP" altLang="en-US" sz="90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5D49119-5EBF-0C2B-D262-EDA905613973}"/>
              </a:ext>
            </a:extLst>
          </p:cNvPr>
          <p:cNvSpPr txBox="1"/>
          <p:nvPr/>
        </p:nvSpPr>
        <p:spPr>
          <a:xfrm>
            <a:off x="648966" y="4989588"/>
            <a:ext cx="1148071" cy="294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000" b="1" dirty="0" err="1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Xtream</a:t>
            </a:r>
            <a:r>
              <a:rPr lang="en-US" altLang="ja-JP" sz="1000" b="1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 Attack</a:t>
            </a:r>
            <a:endParaRPr kumimoji="1" lang="ja-JP" altLang="en-US" sz="1000" b="1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889A20B-5B3E-BD67-57DB-25EC675031FA}"/>
              </a:ext>
            </a:extLst>
          </p:cNvPr>
          <p:cNvSpPr txBox="1"/>
          <p:nvPr/>
        </p:nvSpPr>
        <p:spPr>
          <a:xfrm>
            <a:off x="648966" y="5190392"/>
            <a:ext cx="5116996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相手と相手の式神に致命的なダメージを与える</a:t>
            </a:r>
            <a:r>
              <a:rPr lang="en-US" altLang="ja-JP" sz="9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X</a:t>
            </a:r>
            <a:r>
              <a:rPr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を召喚します。</a:t>
            </a:r>
            <a:endParaRPr lang="en-US" altLang="ja-JP" sz="900" dirty="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900" dirty="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K</a:t>
            </a:r>
            <a:r>
              <a:rPr lang="ja-JP" altLang="en-US" sz="900">
                <a:solidFill>
                  <a:srgbClr val="121212"/>
                </a:solidFill>
                <a:effectLst>
                  <a:glow rad="12700">
                    <a:schemeClr val="tx1">
                      <a:alpha val="12538"/>
                    </a:schemeClr>
                  </a:glow>
                </a:effectLst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キーで回転を止めることができ、効果時間が伸びます。</a:t>
            </a:r>
            <a:endParaRPr kumimoji="1" lang="ja-JP" altLang="en-US" sz="900">
              <a:solidFill>
                <a:srgbClr val="121212"/>
              </a:solidFill>
              <a:effectLst>
                <a:glow rad="12700">
                  <a:schemeClr val="tx1">
                    <a:alpha val="12538"/>
                  </a:schemeClr>
                </a:glow>
              </a:effectLst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B4A13BF0-E802-CDB5-9703-E5424E1F4B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100" r="90762" b="1"/>
          <a:stretch>
            <a:fillRect/>
          </a:stretch>
        </p:blipFill>
        <p:spPr>
          <a:xfrm>
            <a:off x="1886172" y="3250001"/>
            <a:ext cx="315602" cy="372349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A21B32BB-55F7-381C-A747-78EB7EC51E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257"/>
          <a:stretch>
            <a:fillRect/>
          </a:stretch>
        </p:blipFill>
        <p:spPr>
          <a:xfrm>
            <a:off x="4118632" y="3260791"/>
            <a:ext cx="451837" cy="330397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95385F5A-C45D-1DCC-D6E9-C35C9FE98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526" y="4736624"/>
            <a:ext cx="881195" cy="177103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828F0E73-50D3-7BB5-217A-129B8943C9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526" y="4737722"/>
            <a:ext cx="875733" cy="176005"/>
          </a:xfrm>
          <a:prstGeom prst="rect">
            <a:avLst/>
          </a:prstGeom>
          <a:effectLst>
            <a:outerShdw blurRad="57331" dist="25400" dir="4980000" algn="tl" rotWithShape="0">
              <a:prstClr val="black">
                <a:alpha val="49000"/>
              </a:prstClr>
            </a:outerShdw>
          </a:effectLst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E2881BC-B82F-04D3-F2B0-9A5BA9C95113}"/>
              </a:ext>
            </a:extLst>
          </p:cNvPr>
          <p:cNvSpPr txBox="1"/>
          <p:nvPr/>
        </p:nvSpPr>
        <p:spPr>
          <a:xfrm>
            <a:off x="4652343" y="4705812"/>
            <a:ext cx="5076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ja-JP" altLang="en-US" sz="900">
                <a:solidFill>
                  <a:srgbClr val="0E1216"/>
                </a:solidFill>
                <a:effectLst>
                  <a:outerShdw blurRad="102910" dist="38100" dir="2700000" algn="tl" rotWithShape="0">
                    <a:prstClr val="black">
                      <a:alpha val="20000"/>
                    </a:prstClr>
                  </a:outerShdw>
                </a:effectLst>
                <a:latin typeface="Akua Kana" panose="020B0300000000000000" pitchFamily="34" charset="-128"/>
                <a:ea typeface="Akua Kana" panose="020B0300000000000000" pitchFamily="34" charset="-128"/>
              </a:rPr>
              <a:t>起動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9AF1C035-7719-6B79-7969-0E93B014A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883" y="1962108"/>
            <a:ext cx="881195" cy="177103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F2886591-8C16-C670-8EEC-E41B963DA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883" y="1963206"/>
            <a:ext cx="875733" cy="176005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BF6E0A0-BAAC-9676-4264-E1114CDC1611}"/>
              </a:ext>
            </a:extLst>
          </p:cNvPr>
          <p:cNvSpPr txBox="1"/>
          <p:nvPr/>
        </p:nvSpPr>
        <p:spPr>
          <a:xfrm>
            <a:off x="6421700" y="1931296"/>
            <a:ext cx="5076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>
                <a:solidFill>
                  <a:srgbClr val="0E1216"/>
                </a:solidFill>
                <a:effectLst>
                  <a:outerShdw blurRad="102910" dist="38100" dir="2700000" algn="tl" rotWithShape="0">
                    <a:prstClr val="black">
                      <a:alpha val="20000"/>
                    </a:prstClr>
                  </a:outerShdw>
                </a:effectLst>
                <a:latin typeface="Akua Kana" panose="020B0300000000000000" pitchFamily="34" charset="-128"/>
                <a:ea typeface="Akua Kana" panose="020B0300000000000000" pitchFamily="34" charset="-128"/>
              </a:rPr>
              <a:t>起動</a:t>
            </a:r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EA18609B-F75F-B68D-03F1-BF46E5DE0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883" y="2275016"/>
            <a:ext cx="881195" cy="177103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C9EFA71-4B25-CAC9-572D-2D364019E7CB}"/>
              </a:ext>
            </a:extLst>
          </p:cNvPr>
          <p:cNvSpPr txBox="1"/>
          <p:nvPr/>
        </p:nvSpPr>
        <p:spPr>
          <a:xfrm>
            <a:off x="6421700" y="2244204"/>
            <a:ext cx="5076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00">
                <a:solidFill>
                  <a:srgbClr val="0E1216"/>
                </a:solidFill>
                <a:effectLst>
                  <a:outerShdw blurRad="102910" dist="38100" dir="2700000" algn="tl" rotWithShape="0">
                    <a:prstClr val="black">
                      <a:alpha val="20000"/>
                    </a:prstClr>
                  </a:outerShdw>
                </a:effectLst>
                <a:latin typeface="Akua Kana" panose="020B0300000000000000" pitchFamily="34" charset="-128"/>
                <a:ea typeface="Akua Kana" panose="020B0300000000000000" pitchFamily="34" charset="-128"/>
              </a:rPr>
              <a:t>起動</a:t>
            </a:r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0FE2E567-FB11-4BFE-4730-3EF53DB62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988" y="5284220"/>
            <a:ext cx="875733" cy="176005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14E2E0E-AA79-6313-EAB1-078EAD5D4491}"/>
              </a:ext>
            </a:extLst>
          </p:cNvPr>
          <p:cNvSpPr txBox="1"/>
          <p:nvPr/>
        </p:nvSpPr>
        <p:spPr>
          <a:xfrm>
            <a:off x="4657805" y="5252310"/>
            <a:ext cx="5076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ja-JP" altLang="en-US" sz="900">
                <a:solidFill>
                  <a:srgbClr val="0E1216"/>
                </a:solidFill>
                <a:effectLst>
                  <a:outerShdw blurRad="102910" dist="38100" dir="2700000" algn="tl" rotWithShape="0">
                    <a:prstClr val="black">
                      <a:alpha val="20000"/>
                    </a:prstClr>
                  </a:outerShdw>
                </a:effectLst>
                <a:latin typeface="Akua Kana" panose="020B0300000000000000" pitchFamily="34" charset="-128"/>
                <a:ea typeface="Akua Kana" panose="020B0300000000000000" pitchFamily="34" charset="-128"/>
              </a:rPr>
              <a:t>起動</a:t>
            </a: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93757C1B-050D-3923-D102-7F31391BC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988" y="5267167"/>
            <a:ext cx="881195" cy="177103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4A0423ED-3A38-2F20-6A9E-F3DD4FDE5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988" y="5273052"/>
            <a:ext cx="875733" cy="176005"/>
          </a:xfrm>
          <a:prstGeom prst="rect">
            <a:avLst/>
          </a:prstGeom>
          <a:effectLst>
            <a:outerShdw blurRad="57331" dist="25400" dir="4980000" algn="tl" rotWithShape="0">
              <a:prstClr val="black">
                <a:alpha val="49000"/>
              </a:prstClr>
            </a:outerShdw>
          </a:effectLst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52E66705-72BE-6810-218C-BD206C27A657}"/>
              </a:ext>
            </a:extLst>
          </p:cNvPr>
          <p:cNvSpPr txBox="1"/>
          <p:nvPr/>
        </p:nvSpPr>
        <p:spPr>
          <a:xfrm>
            <a:off x="4657805" y="5241142"/>
            <a:ext cx="5076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ja-JP" altLang="en-US" sz="900">
                <a:solidFill>
                  <a:srgbClr val="0E1216"/>
                </a:solidFill>
                <a:effectLst>
                  <a:outerShdw blurRad="102910" dist="38100" dir="2700000" algn="tl" rotWithShape="0">
                    <a:prstClr val="black">
                      <a:alpha val="20000"/>
                    </a:prstClr>
                  </a:outerShdw>
                </a:effectLst>
                <a:latin typeface="Akua Kana" panose="020B0300000000000000" pitchFamily="34" charset="-128"/>
                <a:ea typeface="Akua Kana" panose="020B0300000000000000" pitchFamily="34" charset="-128"/>
              </a:rPr>
              <a:t>起動</a:t>
            </a:r>
          </a:p>
        </p:txBody>
      </p:sp>
      <p:pic>
        <p:nvPicPr>
          <p:cNvPr id="47" name="図 46">
            <a:extLst>
              <a:ext uri="{FF2B5EF4-FFF2-40B4-BE49-F238E27FC236}">
                <a16:creationId xmlns:a16="http://schemas.microsoft.com/office/drawing/2014/main" id="{23672D17-4B61-A713-20B7-05AB89FE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88" b="4667"/>
          <a:stretch>
            <a:fillRect/>
          </a:stretch>
        </p:blipFill>
        <p:spPr>
          <a:xfrm>
            <a:off x="6283919" y="2864798"/>
            <a:ext cx="6057900" cy="2807714"/>
          </a:xfrm>
          <a:prstGeom prst="rect">
            <a:avLst/>
          </a:prstGeom>
        </p:spPr>
      </p:pic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3C85BE7-BA10-F0AD-E390-F5D24869C1AE}"/>
              </a:ext>
            </a:extLst>
          </p:cNvPr>
          <p:cNvSpPr/>
          <p:nvPr/>
        </p:nvSpPr>
        <p:spPr>
          <a:xfrm>
            <a:off x="6683187" y="2943642"/>
            <a:ext cx="2441733" cy="2683837"/>
          </a:xfrm>
          <a:prstGeom prst="rect">
            <a:avLst/>
          </a:prstGeom>
          <a:solidFill>
            <a:srgbClr val="272727"/>
          </a:solidFill>
          <a:effectLst>
            <a:outerShdw blurRad="35232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50B10E1A-47BC-0600-4035-EED5BB62A4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03" y="143463"/>
            <a:ext cx="2060707" cy="233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49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4751</TotalTime>
  <Words>453</Words>
  <Application>Microsoft Macintosh PowerPoint</Application>
  <PresentationFormat>ワイド画面</PresentationFormat>
  <Paragraphs>78</Paragraphs>
  <Slides>15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6" baseType="lpstr">
      <vt:lpstr>Akua Kana</vt:lpstr>
      <vt:lpstr>Hiragino Kaku Gothic Pro W3</vt:lpstr>
      <vt:lpstr>Hiragino Sans W3</vt:lpstr>
      <vt:lpstr>Hiragino Sans W4</vt:lpstr>
      <vt:lpstr>Hiragino Sans W5</vt:lpstr>
      <vt:lpstr>Osaka</vt:lpstr>
      <vt:lpstr>游ゴシック</vt:lpstr>
      <vt:lpstr>游ゴシック Light</vt:lpstr>
      <vt:lpstr>Arial</vt:lpstr>
      <vt:lpstr>Lucida Grande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wattz</dc:creator>
  <cp:lastModifiedBy>wattz</cp:lastModifiedBy>
  <cp:revision>80</cp:revision>
  <dcterms:created xsi:type="dcterms:W3CDTF">2026-06-25T02:35:21Z</dcterms:created>
  <dcterms:modified xsi:type="dcterms:W3CDTF">2026-09-10T13:21:43Z</dcterms:modified>
</cp:coreProperties>
</file>