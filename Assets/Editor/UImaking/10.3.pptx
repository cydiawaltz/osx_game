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429AE3"/>
    <a:srgbClr val="005DCC"/>
    <a:srgbClr val="656565"/>
    <a:srgbClr val="979797"/>
    <a:srgbClr val="404040"/>
    <a:srgbClr val="000000"/>
    <a:srgbClr val="97E3FF"/>
    <a:srgbClr val="47EBFF"/>
    <a:srgbClr val="BEDC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29"/>
    <p:restoredTop sz="94694"/>
  </p:normalViewPr>
  <p:slideViewPr>
    <p:cSldViewPr snapToGrid="0">
      <p:cViewPr>
        <p:scale>
          <a:sx n="137" d="100"/>
          <a:sy n="137" d="100"/>
        </p:scale>
        <p:origin x="144" y="-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19965B-D325-0446-802A-EE69CB5E11F9}" type="datetimeFigureOut">
              <a:rPr kumimoji="1" lang="ja-JP" altLang="en-US" smtClean="0"/>
              <a:t>2026/8/25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6318C2-A468-BC49-96C5-D3F31AC417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45502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6318C2-A468-BC49-96C5-D3F31AC4173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34125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E0BC56-B8A2-BEBD-9627-F3FF0DE49F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7A21CB8-DD8B-C5B4-C664-128CEF21FB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101E21F-B633-E55D-2C9A-45FC9ACC8C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2026/8/25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18F4BBB-E9BD-32F1-A043-973DD129D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68AC746-A90B-C41D-1364-B9B8B54F2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45303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14CB8E-8626-64B5-3ECB-B4FA08CB6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DC4672-2479-0C1B-253D-95F5F6949B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C98130B-CB13-6BA4-3B80-4FE67BBF8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2026/8/25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BA463B-E088-2A07-877F-10E3E7929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134B5AF-36F1-6058-DCFC-6286A4289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316139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9C20BA-B79E-D4E5-CC37-ACC082B42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07EA975-9D5F-48C5-E891-9968B93395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AB7F629-9D6B-16CC-6F99-CCAF2F45F5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2026/8/25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E5944FD-A126-B942-32C7-CD7942727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D311DD7-20E6-8F6B-93E7-BEC266460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02568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571A3D-087F-19D3-EFA2-BC8036E9E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25C7331-2A27-9AF5-F590-9C30071107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0F5C1C8-B355-42C9-2026-2A52B67F5B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484D0B4-896A-B7F9-0D7F-F7D15CFC3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2026/8/25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9142D21-9285-4226-F639-E024B3C41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AF859E8-3A23-39A4-9593-0AF031D47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26870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267791-86DB-2B2D-938E-B1F97F55A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02C5629-DDA4-55BF-41FD-8B84EC04F9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3CB3193-1EE0-12C7-F556-88680DAABE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9598BA5-87B6-C113-758C-213A2D2D3B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FA08D1E-766A-D4E9-921B-1AA20AF160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03B4084-FA21-A29D-89B5-FED63371E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2026/8/25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EC450237-05F7-615C-3F71-2AAEE9DDC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7B52CDE-0D94-8DFC-9945-0AEC90541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68115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6FA8C2-F65A-0889-4322-BB2C1AB69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8EEB746-6257-D11C-6F4E-0BE32A716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2026/8/25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3E99589-CBC3-C303-CF0F-C76C7F1CFD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956BA77-8131-D7A4-5309-31A60AF30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037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7303E46-4B48-9513-78C2-05513DCD3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2026/8/25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516E8FE-C1B5-862E-671D-A5D7A718B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A42E1ED-68EB-06A5-03E8-AB6E9BF13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37830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C2DA93-00E2-01E7-DE3C-76EFFBC31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F43A7A2-17E5-E9D9-5F49-01C6588AE8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A700754-9581-7118-EC90-75AC45E56C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DAA2338-414F-5F3B-7134-8B2F03C2B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2026/8/25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58A0C7A-5400-4BB7-26B7-9B41C6C48C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CA210D6-A2BB-F130-3133-F7AFD2391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5515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934D04-F825-F453-4270-FED2A3E30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3D91EB2-47AE-5B34-4DBE-F1585BC520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1C49765-B935-E3A6-72C8-7510C46534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87ACC46-03F2-7CF8-6A1E-C401B8C26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2026/8/25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9724293-0999-0762-F2E7-8E9B6C47D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70B15E3-8932-1009-79D8-2D6D88FEA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45108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6861B7C-F5FA-BDC2-7221-09E30ADCB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EBCC13-F47D-B727-158C-15AC6D12F3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A247360-8DE3-E0A5-682B-3415DF875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2026/8/25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332B7B-B1D2-C57C-AC32-2B63C0D7AF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3FFB7A2-4E44-EC95-50DE-C4C77F828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14661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ADAE347-C64B-3EBA-57EC-CFFB5AC7FE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C4C76F1-4E81-FCEC-9FB7-6626A23100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B8C9B25-88A2-9B20-9176-A15787859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1EA4F-D360-6D46-B329-DD6D84180C84}" type="datetimeFigureOut">
              <a:rPr kumimoji="1" lang="ja-JP" altLang="en-US" smtClean="0"/>
              <a:t>2026/8/25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DAD73DB-2F53-870E-5350-4BE6E807E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3C7E13-0AB7-EB90-2065-0F6098896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965133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34593C1-16CA-8C85-7D3D-8DF089153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1F641E7-D430-481F-7E7F-4394DCE1BB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DE7AD5-70C0-0474-9879-88CE18A859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61EA4F-D360-6D46-B329-DD6D84180C84}" type="datetimeFigureOut">
              <a:rPr kumimoji="1" lang="ja-JP" altLang="en-US" smtClean="0"/>
              <a:t>2026/8/25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DABB215-8CA8-4303-CA79-C90EE8A0F0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259B5E2-C65E-254E-E3D7-8EAB6E4F3F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C1CEC5-6B62-FC43-A7F7-01F8816E2D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1543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1A295F69-8908-F5F8-528B-BEEC8CF822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53" t="1168" r="1427" b="2561"/>
          <a:stretch>
            <a:fillRect/>
          </a:stretch>
        </p:blipFill>
        <p:spPr>
          <a:xfrm>
            <a:off x="72325" y="36163"/>
            <a:ext cx="5197099" cy="2980840"/>
          </a:xfrm>
          <a:custGeom>
            <a:avLst/>
            <a:gdLst>
              <a:gd name="connsiteX0" fmla="*/ 73209 w 5197099"/>
              <a:gd name="connsiteY0" fmla="*/ 0 h 2980840"/>
              <a:gd name="connsiteX1" fmla="*/ 5123890 w 5197099"/>
              <a:gd name="connsiteY1" fmla="*/ 0 h 2980840"/>
              <a:gd name="connsiteX2" fmla="*/ 5197099 w 5197099"/>
              <a:gd name="connsiteY2" fmla="*/ 73209 h 2980840"/>
              <a:gd name="connsiteX3" fmla="*/ 5197099 w 5197099"/>
              <a:gd name="connsiteY3" fmla="*/ 2907631 h 2980840"/>
              <a:gd name="connsiteX4" fmla="*/ 5123890 w 5197099"/>
              <a:gd name="connsiteY4" fmla="*/ 2980840 h 2980840"/>
              <a:gd name="connsiteX5" fmla="*/ 73209 w 5197099"/>
              <a:gd name="connsiteY5" fmla="*/ 2980840 h 2980840"/>
              <a:gd name="connsiteX6" fmla="*/ 0 w 5197099"/>
              <a:gd name="connsiteY6" fmla="*/ 2907631 h 2980840"/>
              <a:gd name="connsiteX7" fmla="*/ 0 w 5197099"/>
              <a:gd name="connsiteY7" fmla="*/ 73209 h 2980840"/>
              <a:gd name="connsiteX8" fmla="*/ 73209 w 5197099"/>
              <a:gd name="connsiteY8" fmla="*/ 0 h 2980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197099" h="2980840">
                <a:moveTo>
                  <a:pt x="73209" y="0"/>
                </a:moveTo>
                <a:lnTo>
                  <a:pt x="5123890" y="0"/>
                </a:lnTo>
                <a:cubicBezTo>
                  <a:pt x="5164322" y="0"/>
                  <a:pt x="5197099" y="32777"/>
                  <a:pt x="5197099" y="73209"/>
                </a:cubicBezTo>
                <a:lnTo>
                  <a:pt x="5197099" y="2907631"/>
                </a:lnTo>
                <a:cubicBezTo>
                  <a:pt x="5197099" y="2948063"/>
                  <a:pt x="5164322" y="2980840"/>
                  <a:pt x="5123890" y="2980840"/>
                </a:cubicBezTo>
                <a:lnTo>
                  <a:pt x="73209" y="2980840"/>
                </a:lnTo>
                <a:cubicBezTo>
                  <a:pt x="32777" y="2980840"/>
                  <a:pt x="0" y="2948063"/>
                  <a:pt x="0" y="2907631"/>
                </a:cubicBezTo>
                <a:lnTo>
                  <a:pt x="0" y="73209"/>
                </a:lnTo>
                <a:cubicBezTo>
                  <a:pt x="0" y="32777"/>
                  <a:pt x="32777" y="0"/>
                  <a:pt x="73209" y="0"/>
                </a:cubicBezTo>
                <a:close/>
              </a:path>
            </a:pathLst>
          </a:cu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D91810E7-E66C-FA85-C51B-04C7E355D89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l="1309" t="1168" r="1471" b="2561"/>
          <a:stretch>
            <a:fillRect/>
          </a:stretch>
        </p:blipFill>
        <p:spPr>
          <a:xfrm>
            <a:off x="72325" y="3045496"/>
            <a:ext cx="5197099" cy="2980840"/>
          </a:xfrm>
          <a:custGeom>
            <a:avLst/>
            <a:gdLst>
              <a:gd name="connsiteX0" fmla="*/ 73209 w 5197099"/>
              <a:gd name="connsiteY0" fmla="*/ 0 h 2980840"/>
              <a:gd name="connsiteX1" fmla="*/ 5123890 w 5197099"/>
              <a:gd name="connsiteY1" fmla="*/ 0 h 2980840"/>
              <a:gd name="connsiteX2" fmla="*/ 5197099 w 5197099"/>
              <a:gd name="connsiteY2" fmla="*/ 73209 h 2980840"/>
              <a:gd name="connsiteX3" fmla="*/ 5197099 w 5197099"/>
              <a:gd name="connsiteY3" fmla="*/ 2907631 h 2980840"/>
              <a:gd name="connsiteX4" fmla="*/ 5123890 w 5197099"/>
              <a:gd name="connsiteY4" fmla="*/ 2980840 h 2980840"/>
              <a:gd name="connsiteX5" fmla="*/ 73209 w 5197099"/>
              <a:gd name="connsiteY5" fmla="*/ 2980840 h 2980840"/>
              <a:gd name="connsiteX6" fmla="*/ 0 w 5197099"/>
              <a:gd name="connsiteY6" fmla="*/ 2907631 h 2980840"/>
              <a:gd name="connsiteX7" fmla="*/ 0 w 5197099"/>
              <a:gd name="connsiteY7" fmla="*/ 73209 h 2980840"/>
              <a:gd name="connsiteX8" fmla="*/ 73209 w 5197099"/>
              <a:gd name="connsiteY8" fmla="*/ 0 h 2980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197099" h="2980840">
                <a:moveTo>
                  <a:pt x="73209" y="0"/>
                </a:moveTo>
                <a:lnTo>
                  <a:pt x="5123890" y="0"/>
                </a:lnTo>
                <a:cubicBezTo>
                  <a:pt x="5164322" y="0"/>
                  <a:pt x="5197099" y="32777"/>
                  <a:pt x="5197099" y="73209"/>
                </a:cubicBezTo>
                <a:lnTo>
                  <a:pt x="5197099" y="2907631"/>
                </a:lnTo>
                <a:cubicBezTo>
                  <a:pt x="5197099" y="2948063"/>
                  <a:pt x="5164322" y="2980840"/>
                  <a:pt x="5123890" y="2980840"/>
                </a:cubicBezTo>
                <a:lnTo>
                  <a:pt x="73209" y="2980840"/>
                </a:lnTo>
                <a:cubicBezTo>
                  <a:pt x="32777" y="2980840"/>
                  <a:pt x="0" y="2948063"/>
                  <a:pt x="0" y="2907631"/>
                </a:cubicBezTo>
                <a:lnTo>
                  <a:pt x="0" y="73209"/>
                </a:lnTo>
                <a:cubicBezTo>
                  <a:pt x="0" y="32777"/>
                  <a:pt x="32777" y="0"/>
                  <a:pt x="73209" y="0"/>
                </a:cubicBezTo>
                <a:close/>
              </a:path>
            </a:pathLst>
          </a:custGeom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AE15D246-FA44-F63E-38BB-E144B236AED0}"/>
              </a:ext>
            </a:extLst>
          </p:cNvPr>
          <p:cNvSpPr/>
          <p:nvPr/>
        </p:nvSpPr>
        <p:spPr>
          <a:xfrm>
            <a:off x="1261533" y="575733"/>
            <a:ext cx="194734" cy="16933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D396A2C-AFF1-0560-2C8E-18C1C0523482}"/>
              </a:ext>
            </a:extLst>
          </p:cNvPr>
          <p:cNvSpPr/>
          <p:nvPr/>
        </p:nvSpPr>
        <p:spPr>
          <a:xfrm>
            <a:off x="1261534" y="3585066"/>
            <a:ext cx="194734" cy="169334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E6310E3E-C270-AA17-72A1-DB48B3BBD051}"/>
              </a:ext>
            </a:extLst>
          </p:cNvPr>
          <p:cNvSpPr/>
          <p:nvPr/>
        </p:nvSpPr>
        <p:spPr>
          <a:xfrm>
            <a:off x="142504" y="469075"/>
            <a:ext cx="231569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EF275C7-6DD7-7FC2-B339-DC25F639D463}"/>
              </a:ext>
            </a:extLst>
          </p:cNvPr>
          <p:cNvSpPr/>
          <p:nvPr/>
        </p:nvSpPr>
        <p:spPr>
          <a:xfrm>
            <a:off x="142504" y="995548"/>
            <a:ext cx="231569" cy="64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C2EF404B-6198-582A-508D-0966CA8B49D8}"/>
              </a:ext>
            </a:extLst>
          </p:cNvPr>
          <p:cNvSpPr/>
          <p:nvPr/>
        </p:nvSpPr>
        <p:spPr>
          <a:xfrm>
            <a:off x="148442" y="469075"/>
            <a:ext cx="231569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6B9D7EBC-A344-0054-C970-EEFA5C0F3332}"/>
              </a:ext>
            </a:extLst>
          </p:cNvPr>
          <p:cNvSpPr/>
          <p:nvPr/>
        </p:nvSpPr>
        <p:spPr>
          <a:xfrm>
            <a:off x="142504" y="995548"/>
            <a:ext cx="231569" cy="64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DE3C2B9C-7813-B38D-2DDC-17F762A7A2D8}"/>
              </a:ext>
            </a:extLst>
          </p:cNvPr>
          <p:cNvSpPr/>
          <p:nvPr/>
        </p:nvSpPr>
        <p:spPr>
          <a:xfrm>
            <a:off x="142503" y="1673225"/>
            <a:ext cx="231569" cy="201105"/>
          </a:xfrm>
          <a:prstGeom prst="rect">
            <a:avLst/>
          </a:prstGeom>
          <a:gradFill>
            <a:gsLst>
              <a:gs pos="81005">
                <a:srgbClr val="0D68D0"/>
              </a:gs>
              <a:gs pos="85000">
                <a:srgbClr val="0A66CF"/>
              </a:gs>
              <a:gs pos="0">
                <a:srgbClr val="429AE3"/>
              </a:gs>
              <a:gs pos="100000">
                <a:srgbClr val="005DCC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0506DD6F-F009-43A3-D42D-5B3E7127489F}"/>
              </a:ext>
            </a:extLst>
          </p:cNvPr>
          <p:cNvSpPr/>
          <p:nvPr/>
        </p:nvSpPr>
        <p:spPr>
          <a:xfrm>
            <a:off x="142504" y="4682558"/>
            <a:ext cx="231569" cy="201105"/>
          </a:xfrm>
          <a:prstGeom prst="rect">
            <a:avLst/>
          </a:prstGeom>
          <a:gradFill>
            <a:gsLst>
              <a:gs pos="76000">
                <a:srgbClr val="6D6D6D"/>
              </a:gs>
              <a:gs pos="0">
                <a:srgbClr val="979797"/>
              </a:gs>
              <a:gs pos="100000">
                <a:srgbClr val="65656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A58FF31F-80D3-73B8-3394-C8928090EB86}"/>
              </a:ext>
            </a:extLst>
          </p:cNvPr>
          <p:cNvSpPr/>
          <p:nvPr/>
        </p:nvSpPr>
        <p:spPr>
          <a:xfrm>
            <a:off x="142503" y="1902823"/>
            <a:ext cx="231569" cy="64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5" name="図 34">
            <a:extLst>
              <a:ext uri="{FF2B5EF4-FFF2-40B4-BE49-F238E27FC236}">
                <a16:creationId xmlns:a16="http://schemas.microsoft.com/office/drawing/2014/main" id="{3280BC20-92B9-0346-BE02-20A3F0D4D0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634" t="14812" r="92857" b="16173"/>
          <a:stretch>
            <a:fillRect/>
          </a:stretch>
        </p:blipFill>
        <p:spPr>
          <a:xfrm>
            <a:off x="1655991" y="575733"/>
            <a:ext cx="241035" cy="2136925"/>
          </a:xfrm>
          <a:custGeom>
            <a:avLst/>
            <a:gdLst>
              <a:gd name="connsiteX0" fmla="*/ 0 w 241035"/>
              <a:gd name="connsiteY0" fmla="*/ 0 h 2136925"/>
              <a:gd name="connsiteX1" fmla="*/ 241035 w 241035"/>
              <a:gd name="connsiteY1" fmla="*/ 0 h 2136925"/>
              <a:gd name="connsiteX2" fmla="*/ 241035 w 241035"/>
              <a:gd name="connsiteY2" fmla="*/ 2136925 h 2136925"/>
              <a:gd name="connsiteX3" fmla="*/ 0 w 241035"/>
              <a:gd name="connsiteY3" fmla="*/ 2136925 h 213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1035" h="2136925">
                <a:moveTo>
                  <a:pt x="0" y="0"/>
                </a:moveTo>
                <a:lnTo>
                  <a:pt x="241035" y="0"/>
                </a:lnTo>
                <a:lnTo>
                  <a:pt x="241035" y="2136925"/>
                </a:lnTo>
                <a:lnTo>
                  <a:pt x="0" y="2136925"/>
                </a:lnTo>
                <a:close/>
              </a:path>
            </a:pathLst>
          </a:custGeom>
        </p:spPr>
      </p:pic>
      <p:pic>
        <p:nvPicPr>
          <p:cNvPr id="33" name="図 32">
            <a:extLst>
              <a:ext uri="{FF2B5EF4-FFF2-40B4-BE49-F238E27FC236}">
                <a16:creationId xmlns:a16="http://schemas.microsoft.com/office/drawing/2014/main" id="{1E54D0BA-30D5-3333-1354-8F162207AD0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l="2590" t="14796" r="92901" b="16189"/>
          <a:stretch>
            <a:fillRect/>
          </a:stretch>
        </p:blipFill>
        <p:spPr>
          <a:xfrm>
            <a:off x="1653725" y="3585066"/>
            <a:ext cx="241035" cy="2136925"/>
          </a:xfrm>
          <a:custGeom>
            <a:avLst/>
            <a:gdLst>
              <a:gd name="connsiteX0" fmla="*/ 0 w 241035"/>
              <a:gd name="connsiteY0" fmla="*/ 0 h 2136925"/>
              <a:gd name="connsiteX1" fmla="*/ 241035 w 241035"/>
              <a:gd name="connsiteY1" fmla="*/ 0 h 2136925"/>
              <a:gd name="connsiteX2" fmla="*/ 241035 w 241035"/>
              <a:gd name="connsiteY2" fmla="*/ 2136925 h 2136925"/>
              <a:gd name="connsiteX3" fmla="*/ 0 w 241035"/>
              <a:gd name="connsiteY3" fmla="*/ 2136925 h 213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1035" h="2136925">
                <a:moveTo>
                  <a:pt x="0" y="0"/>
                </a:moveTo>
                <a:lnTo>
                  <a:pt x="241035" y="0"/>
                </a:lnTo>
                <a:lnTo>
                  <a:pt x="241035" y="2136925"/>
                </a:lnTo>
                <a:lnTo>
                  <a:pt x="0" y="2136925"/>
                </a:lnTo>
                <a:close/>
              </a:path>
            </a:pathLst>
          </a:custGeom>
        </p:spPr>
      </p:pic>
      <p:sp>
        <p:nvSpPr>
          <p:cNvPr id="38" name="角丸四角形 37">
            <a:extLst>
              <a:ext uri="{FF2B5EF4-FFF2-40B4-BE49-F238E27FC236}">
                <a16:creationId xmlns:a16="http://schemas.microsoft.com/office/drawing/2014/main" id="{58EB2E2E-236E-C3C6-246E-2D115A4C84D0}"/>
              </a:ext>
            </a:extLst>
          </p:cNvPr>
          <p:cNvSpPr/>
          <p:nvPr/>
        </p:nvSpPr>
        <p:spPr>
          <a:xfrm>
            <a:off x="106496" y="449140"/>
            <a:ext cx="308473" cy="288317"/>
          </a:xfrm>
          <a:prstGeom prst="roundRect">
            <a:avLst>
              <a:gd name="adj" fmla="val 16667"/>
            </a:avLst>
          </a:prstGeom>
          <a:solidFill>
            <a:srgbClr val="383838">
              <a:alpha val="68337"/>
            </a:srgbClr>
          </a:soli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角丸四角形 38">
            <a:extLst>
              <a:ext uri="{FF2B5EF4-FFF2-40B4-BE49-F238E27FC236}">
                <a16:creationId xmlns:a16="http://schemas.microsoft.com/office/drawing/2014/main" id="{B476DA2B-41F5-D026-BE3A-773FD50B7654}"/>
              </a:ext>
            </a:extLst>
          </p:cNvPr>
          <p:cNvSpPr/>
          <p:nvPr/>
        </p:nvSpPr>
        <p:spPr>
          <a:xfrm>
            <a:off x="153232" y="692984"/>
            <a:ext cx="220840" cy="233291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角丸四角形 39">
            <a:extLst>
              <a:ext uri="{FF2B5EF4-FFF2-40B4-BE49-F238E27FC236}">
                <a16:creationId xmlns:a16="http://schemas.microsoft.com/office/drawing/2014/main" id="{FF65FCCD-A305-8183-417B-2FD97CD533C7}"/>
              </a:ext>
            </a:extLst>
          </p:cNvPr>
          <p:cNvSpPr/>
          <p:nvPr/>
        </p:nvSpPr>
        <p:spPr>
          <a:xfrm>
            <a:off x="148442" y="992439"/>
            <a:ext cx="220840" cy="233291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角丸四角形 40">
            <a:extLst>
              <a:ext uri="{FF2B5EF4-FFF2-40B4-BE49-F238E27FC236}">
                <a16:creationId xmlns:a16="http://schemas.microsoft.com/office/drawing/2014/main" id="{16C6FB0E-BF6A-C26C-23AF-D9454ED0A721}"/>
              </a:ext>
            </a:extLst>
          </p:cNvPr>
          <p:cNvSpPr/>
          <p:nvPr/>
        </p:nvSpPr>
        <p:spPr>
          <a:xfrm>
            <a:off x="160964" y="1216186"/>
            <a:ext cx="220840" cy="233291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角丸四角形 41">
            <a:extLst>
              <a:ext uri="{FF2B5EF4-FFF2-40B4-BE49-F238E27FC236}">
                <a16:creationId xmlns:a16="http://schemas.microsoft.com/office/drawing/2014/main" id="{C9A47DA3-F6B9-CEBF-D159-11918A8AA0ED}"/>
              </a:ext>
            </a:extLst>
          </p:cNvPr>
          <p:cNvSpPr/>
          <p:nvPr/>
        </p:nvSpPr>
        <p:spPr>
          <a:xfrm>
            <a:off x="89204" y="1422751"/>
            <a:ext cx="364360" cy="248708"/>
          </a:xfrm>
          <a:prstGeom prst="roundRect">
            <a:avLst>
              <a:gd name="adj" fmla="val 16667"/>
            </a:avLst>
          </a:prstGeom>
          <a:solidFill>
            <a:srgbClr val="383838">
              <a:alpha val="68337"/>
            </a:srgbClr>
          </a:soli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角丸四角形 42">
            <a:extLst>
              <a:ext uri="{FF2B5EF4-FFF2-40B4-BE49-F238E27FC236}">
                <a16:creationId xmlns:a16="http://schemas.microsoft.com/office/drawing/2014/main" id="{AFB5F05C-143F-D399-30F5-5DA8A0021354}"/>
              </a:ext>
            </a:extLst>
          </p:cNvPr>
          <p:cNvSpPr/>
          <p:nvPr/>
        </p:nvSpPr>
        <p:spPr>
          <a:xfrm>
            <a:off x="140236" y="1980022"/>
            <a:ext cx="220840" cy="102153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角丸四角形 43">
            <a:extLst>
              <a:ext uri="{FF2B5EF4-FFF2-40B4-BE49-F238E27FC236}">
                <a16:creationId xmlns:a16="http://schemas.microsoft.com/office/drawing/2014/main" id="{CEE18F09-0901-5922-6100-311C42D60FDC}"/>
              </a:ext>
            </a:extLst>
          </p:cNvPr>
          <p:cNvSpPr/>
          <p:nvPr/>
        </p:nvSpPr>
        <p:spPr>
          <a:xfrm>
            <a:off x="141914" y="2191000"/>
            <a:ext cx="220840" cy="102153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角丸四角形 44">
            <a:extLst>
              <a:ext uri="{FF2B5EF4-FFF2-40B4-BE49-F238E27FC236}">
                <a16:creationId xmlns:a16="http://schemas.microsoft.com/office/drawing/2014/main" id="{893FB24E-5CFB-23BE-E77A-ABC57F91BBA0}"/>
              </a:ext>
            </a:extLst>
          </p:cNvPr>
          <p:cNvSpPr/>
          <p:nvPr/>
        </p:nvSpPr>
        <p:spPr>
          <a:xfrm>
            <a:off x="144311" y="2401978"/>
            <a:ext cx="220840" cy="102153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CCD0FCD6-4174-B42E-F02E-691E6A12EAD0}"/>
              </a:ext>
            </a:extLst>
          </p:cNvPr>
          <p:cNvSpPr/>
          <p:nvPr/>
        </p:nvSpPr>
        <p:spPr>
          <a:xfrm>
            <a:off x="155386" y="3473236"/>
            <a:ext cx="211993" cy="47713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7EEF4F45-497D-8130-2120-7C0D595B6F6C}"/>
              </a:ext>
            </a:extLst>
          </p:cNvPr>
          <p:cNvSpPr/>
          <p:nvPr/>
        </p:nvSpPr>
        <p:spPr>
          <a:xfrm>
            <a:off x="134658" y="4011026"/>
            <a:ext cx="244602" cy="65295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0" name="角丸四角形 59">
            <a:extLst>
              <a:ext uri="{FF2B5EF4-FFF2-40B4-BE49-F238E27FC236}">
                <a16:creationId xmlns:a16="http://schemas.microsoft.com/office/drawing/2014/main" id="{5FB80241-6C96-8938-5115-74021314C8E8}"/>
              </a:ext>
            </a:extLst>
          </p:cNvPr>
          <p:cNvSpPr/>
          <p:nvPr/>
        </p:nvSpPr>
        <p:spPr>
          <a:xfrm>
            <a:off x="112799" y="3466083"/>
            <a:ext cx="308473" cy="288317"/>
          </a:xfrm>
          <a:prstGeom prst="roundRect">
            <a:avLst>
              <a:gd name="adj" fmla="val 16667"/>
            </a:avLst>
          </a:prstGeom>
          <a:solidFill>
            <a:srgbClr val="383838">
              <a:alpha val="68337"/>
            </a:srgbClr>
          </a:soli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1" name="角丸四角形 60">
            <a:extLst>
              <a:ext uri="{FF2B5EF4-FFF2-40B4-BE49-F238E27FC236}">
                <a16:creationId xmlns:a16="http://schemas.microsoft.com/office/drawing/2014/main" id="{A9C96EA1-A45A-8713-E266-BAC9E929AB9D}"/>
              </a:ext>
            </a:extLst>
          </p:cNvPr>
          <p:cNvSpPr/>
          <p:nvPr/>
        </p:nvSpPr>
        <p:spPr>
          <a:xfrm>
            <a:off x="159535" y="3709927"/>
            <a:ext cx="220840" cy="233291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角丸四角形 61">
            <a:extLst>
              <a:ext uri="{FF2B5EF4-FFF2-40B4-BE49-F238E27FC236}">
                <a16:creationId xmlns:a16="http://schemas.microsoft.com/office/drawing/2014/main" id="{B6F85E32-0E3C-6873-44D6-A289AA91FFA8}"/>
              </a:ext>
            </a:extLst>
          </p:cNvPr>
          <p:cNvSpPr/>
          <p:nvPr/>
        </p:nvSpPr>
        <p:spPr>
          <a:xfrm>
            <a:off x="154745" y="4009382"/>
            <a:ext cx="220840" cy="233291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3" name="角丸四角形 62">
            <a:extLst>
              <a:ext uri="{FF2B5EF4-FFF2-40B4-BE49-F238E27FC236}">
                <a16:creationId xmlns:a16="http://schemas.microsoft.com/office/drawing/2014/main" id="{E943D46A-75F3-9059-12E5-9FF9446546BB}"/>
              </a:ext>
            </a:extLst>
          </p:cNvPr>
          <p:cNvSpPr/>
          <p:nvPr/>
        </p:nvSpPr>
        <p:spPr>
          <a:xfrm>
            <a:off x="167267" y="4233129"/>
            <a:ext cx="220840" cy="233291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4" name="角丸四角形 63">
            <a:extLst>
              <a:ext uri="{FF2B5EF4-FFF2-40B4-BE49-F238E27FC236}">
                <a16:creationId xmlns:a16="http://schemas.microsoft.com/office/drawing/2014/main" id="{E1A05C64-F764-1ABC-08CE-321E6F15B5C8}"/>
              </a:ext>
            </a:extLst>
          </p:cNvPr>
          <p:cNvSpPr/>
          <p:nvPr/>
        </p:nvSpPr>
        <p:spPr>
          <a:xfrm>
            <a:off x="95507" y="4439694"/>
            <a:ext cx="364360" cy="248708"/>
          </a:xfrm>
          <a:prstGeom prst="roundRect">
            <a:avLst>
              <a:gd name="adj" fmla="val 16667"/>
            </a:avLst>
          </a:prstGeom>
          <a:solidFill>
            <a:srgbClr val="383838">
              <a:alpha val="68337"/>
            </a:srgbClr>
          </a:soli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正方形/長方形 69">
            <a:extLst>
              <a:ext uri="{FF2B5EF4-FFF2-40B4-BE49-F238E27FC236}">
                <a16:creationId xmlns:a16="http://schemas.microsoft.com/office/drawing/2014/main" id="{20F986E6-CDE1-1DF5-9DA5-846EAEC51D89}"/>
              </a:ext>
            </a:extLst>
          </p:cNvPr>
          <p:cNvSpPr/>
          <p:nvPr/>
        </p:nvSpPr>
        <p:spPr>
          <a:xfrm>
            <a:off x="129471" y="4905841"/>
            <a:ext cx="244602" cy="6941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角丸四角形 64">
            <a:extLst>
              <a:ext uri="{FF2B5EF4-FFF2-40B4-BE49-F238E27FC236}">
                <a16:creationId xmlns:a16="http://schemas.microsoft.com/office/drawing/2014/main" id="{6684352A-F394-7017-BECC-7623F47EC4EB}"/>
              </a:ext>
            </a:extLst>
          </p:cNvPr>
          <p:cNvSpPr/>
          <p:nvPr/>
        </p:nvSpPr>
        <p:spPr>
          <a:xfrm>
            <a:off x="146539" y="4996965"/>
            <a:ext cx="220840" cy="102153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6" name="角丸四角形 65">
            <a:extLst>
              <a:ext uri="{FF2B5EF4-FFF2-40B4-BE49-F238E27FC236}">
                <a16:creationId xmlns:a16="http://schemas.microsoft.com/office/drawing/2014/main" id="{AFF52FDF-3191-C489-FF08-62A4714A2F87}"/>
              </a:ext>
            </a:extLst>
          </p:cNvPr>
          <p:cNvSpPr/>
          <p:nvPr/>
        </p:nvSpPr>
        <p:spPr>
          <a:xfrm>
            <a:off x="148217" y="5207943"/>
            <a:ext cx="220840" cy="102153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7" name="角丸四角形 66">
            <a:extLst>
              <a:ext uri="{FF2B5EF4-FFF2-40B4-BE49-F238E27FC236}">
                <a16:creationId xmlns:a16="http://schemas.microsoft.com/office/drawing/2014/main" id="{16175AA5-C574-BCA7-225F-993D080A2B23}"/>
              </a:ext>
            </a:extLst>
          </p:cNvPr>
          <p:cNvSpPr/>
          <p:nvPr/>
        </p:nvSpPr>
        <p:spPr>
          <a:xfrm>
            <a:off x="150614" y="5418921"/>
            <a:ext cx="220840" cy="102153"/>
          </a:xfrm>
          <a:prstGeom prst="roundRect">
            <a:avLst>
              <a:gd name="adj" fmla="val 16667"/>
            </a:avLst>
          </a:prstGeom>
          <a:solidFill>
            <a:srgbClr val="383838">
              <a:alpha val="43050"/>
            </a:srgbClr>
          </a:solidFill>
          <a:effectLst>
            <a:softEdge rad="317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1" name="図 70">
            <a:extLst>
              <a:ext uri="{FF2B5EF4-FFF2-40B4-BE49-F238E27FC236}">
                <a16:creationId xmlns:a16="http://schemas.microsoft.com/office/drawing/2014/main" id="{AD03FD5D-E2F9-6D55-0E66-BF3ADEC39FC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756" t="10697" r="9560" b="12193"/>
          <a:stretch>
            <a:fillRect/>
          </a:stretch>
        </p:blipFill>
        <p:spPr>
          <a:xfrm rot="5400000">
            <a:off x="2937117" y="-2170"/>
            <a:ext cx="852319" cy="2050975"/>
          </a:xfrm>
          <a:prstGeom prst="rect">
            <a:avLst/>
          </a:prstGeom>
        </p:spPr>
      </p:pic>
      <p:pic>
        <p:nvPicPr>
          <p:cNvPr id="72" name="図 71">
            <a:extLst>
              <a:ext uri="{FF2B5EF4-FFF2-40B4-BE49-F238E27FC236}">
                <a16:creationId xmlns:a16="http://schemas.microsoft.com/office/drawing/2014/main" id="{959047EC-8B6B-58A5-786A-2279855F2F2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756" t="10697" r="9560" b="12193"/>
          <a:stretch>
            <a:fillRect/>
          </a:stretch>
        </p:blipFill>
        <p:spPr>
          <a:xfrm rot="5400000" flipH="1">
            <a:off x="2937117" y="846681"/>
            <a:ext cx="852317" cy="2050975"/>
          </a:xfrm>
          <a:prstGeom prst="rect">
            <a:avLst/>
          </a:prstGeom>
        </p:spPr>
      </p:pic>
      <p:pic>
        <p:nvPicPr>
          <p:cNvPr id="73" name="図 72">
            <a:extLst>
              <a:ext uri="{FF2B5EF4-FFF2-40B4-BE49-F238E27FC236}">
                <a16:creationId xmlns:a16="http://schemas.microsoft.com/office/drawing/2014/main" id="{92F3BED6-2903-D2F8-DE78-3C83CCC21E3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756" t="10697" r="9560" b="12193"/>
          <a:stretch>
            <a:fillRect/>
          </a:stretch>
        </p:blipFill>
        <p:spPr>
          <a:xfrm rot="5400000">
            <a:off x="2937117" y="2988047"/>
            <a:ext cx="852319" cy="2050975"/>
          </a:xfrm>
          <a:prstGeom prst="rect">
            <a:avLst/>
          </a:prstGeom>
        </p:spPr>
      </p:pic>
      <p:pic>
        <p:nvPicPr>
          <p:cNvPr id="74" name="図 73">
            <a:extLst>
              <a:ext uri="{FF2B5EF4-FFF2-40B4-BE49-F238E27FC236}">
                <a16:creationId xmlns:a16="http://schemas.microsoft.com/office/drawing/2014/main" id="{17EA7475-4604-8FFD-62DA-7318BF41C3C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756" t="10697" r="9560" b="12193"/>
          <a:stretch>
            <a:fillRect/>
          </a:stretch>
        </p:blipFill>
        <p:spPr>
          <a:xfrm rot="5400000" flipH="1">
            <a:off x="2937117" y="3836898"/>
            <a:ext cx="852317" cy="205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4822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024ED21E-75FB-DF82-F3B1-5C44CED3E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04800" y="-279636"/>
            <a:ext cx="7772400" cy="4794388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62FBC2D8-A040-71B4-E654-1670C222AA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845" y="934787"/>
            <a:ext cx="7353300" cy="36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6408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F9671B07-EC23-0EE6-8E32-B7584E602D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636981" cy="3366744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697A9C4F-78BA-05F9-EDD0-E2DA5CD1B6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32" y="3522385"/>
            <a:ext cx="5636981" cy="336674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0473D4F9-64EC-A57A-0F62-2370E78FF3E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1607" t="89300" r="13736" b="7374"/>
          <a:stretch>
            <a:fillRect/>
          </a:stretch>
        </p:blipFill>
        <p:spPr>
          <a:xfrm>
            <a:off x="1551372" y="2963236"/>
            <a:ext cx="3028540" cy="126551"/>
          </a:xfrm>
          <a:custGeom>
            <a:avLst/>
            <a:gdLst>
              <a:gd name="connsiteX0" fmla="*/ 0 w 273343"/>
              <a:gd name="connsiteY0" fmla="*/ 0 h 104131"/>
              <a:gd name="connsiteX1" fmla="*/ 273343 w 273343"/>
              <a:gd name="connsiteY1" fmla="*/ 0 h 104131"/>
              <a:gd name="connsiteX2" fmla="*/ 273343 w 273343"/>
              <a:gd name="connsiteY2" fmla="*/ 104131 h 104131"/>
              <a:gd name="connsiteX3" fmla="*/ 0 w 273343"/>
              <a:gd name="connsiteY3" fmla="*/ 104131 h 104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3343" h="104131">
                <a:moveTo>
                  <a:pt x="0" y="0"/>
                </a:moveTo>
                <a:lnTo>
                  <a:pt x="273343" y="0"/>
                </a:lnTo>
                <a:lnTo>
                  <a:pt x="273343" y="104131"/>
                </a:lnTo>
                <a:lnTo>
                  <a:pt x="0" y="104131"/>
                </a:lnTo>
                <a:close/>
              </a:path>
            </a:pathLst>
          </a:cu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43924A28-3AE1-0101-435D-22837C34BCB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81832" t="89280" r="14652" b="7272"/>
          <a:stretch>
            <a:fillRect/>
          </a:stretch>
        </p:blipFill>
        <p:spPr>
          <a:xfrm>
            <a:off x="1551375" y="6485620"/>
            <a:ext cx="2245925" cy="127970"/>
          </a:xfrm>
          <a:custGeom>
            <a:avLst/>
            <a:gdLst>
              <a:gd name="connsiteX0" fmla="*/ 0 w 206375"/>
              <a:gd name="connsiteY0" fmla="*/ 0 h 107950"/>
              <a:gd name="connsiteX1" fmla="*/ 206375 w 206375"/>
              <a:gd name="connsiteY1" fmla="*/ 0 h 107950"/>
              <a:gd name="connsiteX2" fmla="*/ 206375 w 206375"/>
              <a:gd name="connsiteY2" fmla="*/ 107950 h 107950"/>
              <a:gd name="connsiteX3" fmla="*/ 0 w 206375"/>
              <a:gd name="connsiteY3" fmla="*/ 107950 h 107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375" h="107950">
                <a:moveTo>
                  <a:pt x="0" y="0"/>
                </a:moveTo>
                <a:lnTo>
                  <a:pt x="206375" y="0"/>
                </a:lnTo>
                <a:lnTo>
                  <a:pt x="206375" y="107950"/>
                </a:lnTo>
                <a:lnTo>
                  <a:pt x="0" y="107950"/>
                </a:lnTo>
                <a:close/>
              </a:path>
            </a:pathLst>
          </a:custGeom>
        </p:spPr>
      </p:pic>
      <p:pic>
        <p:nvPicPr>
          <p:cNvPr id="23" name="図 22">
            <a:extLst>
              <a:ext uri="{FF2B5EF4-FFF2-40B4-BE49-F238E27FC236}">
                <a16:creationId xmlns:a16="http://schemas.microsoft.com/office/drawing/2014/main" id="{3C927801-D6D9-C68F-7E48-6697966BDB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23613" y="0"/>
            <a:ext cx="256177" cy="3429000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1999CB72-DD1F-D799-EF99-3B82D42D1B2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0244" y="3491257"/>
            <a:ext cx="256177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9856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2436</TotalTime>
  <Words>1</Words>
  <Application>Microsoft Macintosh PowerPoint</Application>
  <PresentationFormat>ワイド画面</PresentationFormat>
  <Paragraphs>1</Paragraphs>
  <Slides>3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wattz</dc:creator>
  <cp:lastModifiedBy>wattz</cp:lastModifiedBy>
  <cp:revision>30</cp:revision>
  <dcterms:created xsi:type="dcterms:W3CDTF">2026-06-25T02:35:21Z</dcterms:created>
  <dcterms:modified xsi:type="dcterms:W3CDTF">2026-08-25T13:10:10Z</dcterms:modified>
</cp:coreProperties>
</file>